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92_5FD0F10C.xml" ContentType="application/vnd.ms-powerpoint.comments+xml"/>
  <Override PartName="/ppt/notesSlides/notesSlide3.xml" ContentType="application/vnd.openxmlformats-officedocument.presentationml.notesSlide+xml"/>
  <Override PartName="/ppt/comments/modernComment_188_CF5437A0.xml" ContentType="application/vnd.ms-powerpoint.comments+xml"/>
  <Override PartName="/ppt/notesSlides/notesSlide4.xml" ContentType="application/vnd.openxmlformats-officedocument.presentationml.notesSlide+xml"/>
  <Override PartName="/ppt/comments/modernComment_17E_AE73D9A.xml" ContentType="application/vnd.ms-powerpoint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83_363D8F1F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93_5D87C78E.xml" ContentType="application/vnd.ms-powerpoint.comments+xml"/>
  <Override PartName="/ppt/notesSlides/notesSlide14.xml" ContentType="application/vnd.openxmlformats-officedocument.presentationml.notesSlide+xml"/>
  <Override PartName="/ppt/comments/modernComment_185_3C2363A9.xml" ContentType="application/vnd.ms-powerpoint.comment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omments/modernComment_197_F99B96BF.xml" ContentType="application/vnd.ms-powerpoint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402" r:id="rId6"/>
    <p:sldId id="392" r:id="rId7"/>
    <p:sldId id="382" r:id="rId8"/>
    <p:sldId id="390" r:id="rId9"/>
    <p:sldId id="383" r:id="rId10"/>
    <p:sldId id="385" r:id="rId11"/>
    <p:sldId id="386" r:id="rId12"/>
    <p:sldId id="393" r:id="rId13"/>
    <p:sldId id="394" r:id="rId14"/>
    <p:sldId id="387" r:id="rId15"/>
    <p:sldId id="384" r:id="rId16"/>
    <p:sldId id="403" r:id="rId17"/>
    <p:sldId id="389" r:id="rId18"/>
    <p:sldId id="408" r:id="rId19"/>
    <p:sldId id="410" r:id="rId20"/>
    <p:sldId id="407" r:id="rId21"/>
    <p:sldId id="289" r:id="rId22"/>
    <p:sldId id="395" r:id="rId23"/>
    <p:sldId id="396" r:id="rId24"/>
    <p:sldId id="397" r:id="rId25"/>
    <p:sldId id="399" r:id="rId26"/>
    <p:sldId id="405" r:id="rId27"/>
    <p:sldId id="398" r:id="rId28"/>
    <p:sldId id="400" r:id="rId29"/>
    <p:sldId id="401" r:id="rId30"/>
    <p:sldId id="409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/Divider" id="{35B31863-ADFF-443D-9E33-11613600A277}">
          <p14:sldIdLst>
            <p14:sldId id="256"/>
            <p14:sldId id="402"/>
          </p14:sldIdLst>
        </p14:section>
        <p14:section name="Introduction" id="{A92EF19C-857F-4D5A-B755-F8428CD183F9}">
          <p14:sldIdLst/>
        </p14:section>
        <p14:section name="Out of the box" id="{882AA86D-CD87-420E-A7E3-DB2D50E6116F}">
          <p14:sldIdLst>
            <p14:sldId id="392"/>
          </p14:sldIdLst>
        </p14:section>
        <p14:section name="RAG" id="{55C5DDA5-7B87-406B-863F-58EF2417E260}">
          <p14:sldIdLst>
            <p14:sldId id="382"/>
            <p14:sldId id="390"/>
            <p14:sldId id="383"/>
            <p14:sldId id="385"/>
            <p14:sldId id="386"/>
            <p14:sldId id="393"/>
            <p14:sldId id="394"/>
            <p14:sldId id="387"/>
            <p14:sldId id="384"/>
            <p14:sldId id="403"/>
            <p14:sldId id="389"/>
            <p14:sldId id="408"/>
            <p14:sldId id="410"/>
          </p14:sldIdLst>
        </p14:section>
        <p14:section name="QA" id="{CD87526E-E309-41CA-AD15-59D3FB402807}">
          <p14:sldIdLst>
            <p14:sldId id="407"/>
            <p14:sldId id="289"/>
            <p14:sldId id="395"/>
            <p14:sldId id="396"/>
            <p14:sldId id="397"/>
            <p14:sldId id="399"/>
            <p14:sldId id="405"/>
            <p14:sldId id="398"/>
            <p14:sldId id="400"/>
            <p14:sldId id="401"/>
            <p14:sldId id="409"/>
          </p14:sldIdLst>
        </p14:section>
        <p14:section name="Multiple Photos_R" id="{FFE158D1-4978-4F29-94E3-B7DDE5E48189}">
          <p14:sldIdLst/>
        </p14:section>
        <p14:section name="Multiple Photos_L" id="{FC5D3244-8FC6-46F9-AA4E-5D2AD77CE454}">
          <p14:sldIdLst/>
        </p14:section>
        <p14:section name="Big Stats, Quotes, Infographics" id="{204ACDBF-DDDD-4AC8-8E87-CE376B46105A}">
          <p14:sldIdLst/>
        </p14:section>
        <p14:section name="Photo grids" id="{BD50BE43-C05D-46DE-B7FA-890A3B81C15F}">
          <p14:sldIdLst/>
        </p14:section>
        <p14:section name="Photo grids + bar" id="{6B8EF9F3-2E48-4F29-B7A4-88F08F3EE6C3}">
          <p14:sldIdLst/>
        </p14:section>
        <p14:section name="Toolkit Copy/Paste Elements" id="{1314A65E-B4B9-4E8C-B473-C1A4B8B1FC46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DBF1119-4130-4511-8665-F748CFCBAAA2}" name="Tripathy, Sujit Kumar" initials="TS" userId="S::stripat3@vols.utk.edu::20b4f23d-8b17-460e-bd1f-b1eb67ffafec" providerId="AD"/>
  <p188:author id="{5AED438D-DFA2-A25E-FDB0-3D3DE75B217A}" name="Bogale, Befikir Teferi" initials="BB" userId="S::bbogale@vols.utk.edu::d4c0fee3-5d52-4f5e-ad42-485b52f2a074" providerId="AD"/>
  <p188:author id="{4200429C-EB67-F647-82D3-50CE072050CE}" name="Parham, Connor" initials="CP" userId="S::wparham1@vols.utk.edu::068a24a2-46da-44d7-859e-9a1157bf21a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4B4B"/>
    <a:srgbClr val="EE3E80"/>
    <a:srgbClr val="EBEA64"/>
    <a:srgbClr val="2197A9"/>
    <a:srgbClr val="754A7E"/>
    <a:srgbClr val="ABC178"/>
    <a:srgbClr val="705550"/>
    <a:srgbClr val="579584"/>
    <a:srgbClr val="B9E1E2"/>
    <a:srgbClr val="A7A9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1BDEF1-6F52-A1A2-48C2-6158ED69DDDE}" v="6" dt="2024-12-04T01:17:18.539"/>
    <p1510:client id="{D97EB160-861D-4217-847C-FA04FDADEDE7}" v="5792" dt="2024-12-04T18:53:49.9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microsoft.com/office/2015/10/relationships/revisionInfo" Target="revisionInfo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38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er, Cameron Joseph" userId="S::crader6@vols.utk.edu::acfdebc0-ce72-4a48-bf57-7984b2bdef83" providerId="AD" clId="Web-{46DB6774-F2FE-F8E1-72BD-60D56E03C3B8}"/>
    <pc:docChg chg="addSld delSld modSld sldOrd modSection">
      <pc:chgData name="Rader, Cameron Joseph" userId="S::crader6@vols.utk.edu::acfdebc0-ce72-4a48-bf57-7984b2bdef83" providerId="AD" clId="Web-{46DB6774-F2FE-F8E1-72BD-60D56E03C3B8}" dt="2024-12-01T04:42:10.371" v="170"/>
      <pc:docMkLst>
        <pc:docMk/>
      </pc:docMkLst>
      <pc:sldChg chg="del ord">
        <pc:chgData name="Rader, Cameron Joseph" userId="S::crader6@vols.utk.edu::acfdebc0-ce72-4a48-bf57-7984b2bdef83" providerId="AD" clId="Web-{46DB6774-F2FE-F8E1-72BD-60D56E03C3B8}" dt="2024-11-29T19:36:27.781" v="122"/>
        <pc:sldMkLst>
          <pc:docMk/>
          <pc:sldMk cId="2408234991" sldId="257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7.781" v="130"/>
        <pc:sldMkLst>
          <pc:docMk/>
          <pc:sldMk cId="1097509567" sldId="258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7.781" v="129"/>
        <pc:sldMkLst>
          <pc:docMk/>
          <pc:sldMk cId="1940089206" sldId="259"/>
        </pc:sldMkLst>
      </pc:sldChg>
      <pc:sldChg chg="del">
        <pc:chgData name="Rader, Cameron Joseph" userId="S::crader6@vols.utk.edu::acfdebc0-ce72-4a48-bf57-7984b2bdef83" providerId="AD" clId="Web-{46DB6774-F2FE-F8E1-72BD-60D56E03C3B8}" dt="2024-11-29T19:32:53.857" v="0"/>
        <pc:sldMkLst>
          <pc:docMk/>
          <pc:sldMk cId="2415158663" sldId="260"/>
        </pc:sldMkLst>
      </pc:sldChg>
      <pc:sldChg chg="del ord">
        <pc:chgData name="Rader, Cameron Joseph" userId="S::crader6@vols.utk.edu::acfdebc0-ce72-4a48-bf57-7984b2bdef83" providerId="AD" clId="Web-{46DB6774-F2FE-F8E1-72BD-60D56E03C3B8}" dt="2024-11-29T19:32:56.529" v="2"/>
        <pc:sldMkLst>
          <pc:docMk/>
          <pc:sldMk cId="3618767882" sldId="261"/>
        </pc:sldMkLst>
      </pc:sldChg>
      <pc:sldChg chg="del">
        <pc:chgData name="Rader, Cameron Joseph" userId="S::crader6@vols.utk.edu::acfdebc0-ce72-4a48-bf57-7984b2bdef83" providerId="AD" clId="Web-{46DB6774-F2FE-F8E1-72BD-60D56E03C3B8}" dt="2024-11-29T19:35:58.420" v="107"/>
        <pc:sldMkLst>
          <pc:docMk/>
          <pc:sldMk cId="3796373069" sldId="262"/>
        </pc:sldMkLst>
      </pc:sldChg>
      <pc:sldChg chg="del">
        <pc:chgData name="Rader, Cameron Joseph" userId="S::crader6@vols.utk.edu::acfdebc0-ce72-4a48-bf57-7984b2bdef83" providerId="AD" clId="Web-{46DB6774-F2FE-F8E1-72BD-60D56E03C3B8}" dt="2024-11-29T19:32:57.998" v="4"/>
        <pc:sldMkLst>
          <pc:docMk/>
          <pc:sldMk cId="3853345923" sldId="263"/>
        </pc:sldMkLst>
      </pc:sldChg>
      <pc:sldChg chg="del">
        <pc:chgData name="Rader, Cameron Joseph" userId="S::crader6@vols.utk.edu::acfdebc0-ce72-4a48-bf57-7984b2bdef83" providerId="AD" clId="Web-{46DB6774-F2FE-F8E1-72BD-60D56E03C3B8}" dt="2024-11-29T19:32:56.795" v="3"/>
        <pc:sldMkLst>
          <pc:docMk/>
          <pc:sldMk cId="4293469885" sldId="264"/>
        </pc:sldMkLst>
      </pc:sldChg>
      <pc:sldChg chg="del">
        <pc:chgData name="Rader, Cameron Joseph" userId="S::crader6@vols.utk.edu::acfdebc0-ce72-4a48-bf57-7984b2bdef83" providerId="AD" clId="Web-{46DB6774-F2FE-F8E1-72BD-60D56E03C3B8}" dt="2024-11-29T19:33:09.810" v="8"/>
        <pc:sldMkLst>
          <pc:docMk/>
          <pc:sldMk cId="548283117" sldId="265"/>
        </pc:sldMkLst>
      </pc:sldChg>
      <pc:sldChg chg="del">
        <pc:chgData name="Rader, Cameron Joseph" userId="S::crader6@vols.utk.edu::acfdebc0-ce72-4a48-bf57-7984b2bdef83" providerId="AD" clId="Web-{46DB6774-F2FE-F8E1-72BD-60D56E03C3B8}" dt="2024-11-29T19:33:07.435" v="7"/>
        <pc:sldMkLst>
          <pc:docMk/>
          <pc:sldMk cId="1415275276" sldId="266"/>
        </pc:sldMkLst>
      </pc:sldChg>
      <pc:sldChg chg="modSp del">
        <pc:chgData name="Rader, Cameron Joseph" userId="S::crader6@vols.utk.edu::acfdebc0-ce72-4a48-bf57-7984b2bdef83" providerId="AD" clId="Web-{46DB6774-F2FE-F8E1-72BD-60D56E03C3B8}" dt="2024-11-29T19:34:01.482" v="34"/>
        <pc:sldMkLst>
          <pc:docMk/>
          <pc:sldMk cId="2281073478" sldId="268"/>
        </pc:sldMkLst>
      </pc:sldChg>
      <pc:sldChg chg="del ord">
        <pc:chgData name="Rader, Cameron Joseph" userId="S::crader6@vols.utk.edu::acfdebc0-ce72-4a48-bf57-7984b2bdef83" providerId="AD" clId="Web-{46DB6774-F2FE-F8E1-72BD-60D56E03C3B8}" dt="2024-11-29T19:36:27.781" v="123"/>
        <pc:sldMkLst>
          <pc:docMk/>
          <pc:sldMk cId="4102367396" sldId="274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0.594" v="117"/>
        <pc:sldMkLst>
          <pc:docMk/>
          <pc:sldMk cId="2488444782" sldId="275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04.406" v="108"/>
        <pc:sldMkLst>
          <pc:docMk/>
          <pc:sldMk cId="1272391707" sldId="277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08.437" v="110"/>
        <pc:sldMkLst>
          <pc:docMk/>
          <pc:sldMk cId="530814380" sldId="278"/>
        </pc:sldMkLst>
      </pc:sldChg>
      <pc:sldChg chg="del">
        <pc:chgData name="Rader, Cameron Joseph" userId="S::crader6@vols.utk.edu::acfdebc0-ce72-4a48-bf57-7984b2bdef83" providerId="AD" clId="Web-{46DB6774-F2FE-F8E1-72BD-60D56E03C3B8}" dt="2024-11-29T19:32:58.998" v="5"/>
        <pc:sldMkLst>
          <pc:docMk/>
          <pc:sldMk cId="2969379395" sldId="279"/>
        </pc:sldMkLst>
      </pc:sldChg>
      <pc:sldChg chg="del">
        <pc:chgData name="Rader, Cameron Joseph" userId="S::crader6@vols.utk.edu::acfdebc0-ce72-4a48-bf57-7984b2bdef83" providerId="AD" clId="Web-{46DB6774-F2FE-F8E1-72BD-60D56E03C3B8}" dt="2024-11-29T19:32:59.935" v="6"/>
        <pc:sldMkLst>
          <pc:docMk/>
          <pc:sldMk cId="2710586990" sldId="280"/>
        </pc:sldMkLst>
      </pc:sldChg>
      <pc:sldChg chg="addSp delSp modSp">
        <pc:chgData name="Rader, Cameron Joseph" userId="S::crader6@vols.utk.edu::acfdebc0-ce72-4a48-bf57-7984b2bdef83" providerId="AD" clId="Web-{46DB6774-F2FE-F8E1-72BD-60D56E03C3B8}" dt="2024-12-01T04:42:10.371" v="170"/>
        <pc:sldMkLst>
          <pc:docMk/>
          <pc:sldMk cId="3001479736" sldId="289"/>
        </pc:sldMkLst>
        <pc:spChg chg="mod">
          <ac:chgData name="Rader, Cameron Joseph" userId="S::crader6@vols.utk.edu::acfdebc0-ce72-4a48-bf57-7984b2bdef83" providerId="AD" clId="Web-{46DB6774-F2FE-F8E1-72BD-60D56E03C3B8}" dt="2024-11-29T19:35:38.811" v="98" actId="20577"/>
          <ac:spMkLst>
            <pc:docMk/>
            <pc:sldMk cId="3001479736" sldId="289"/>
            <ac:spMk id="3" creationId="{AED7EE1C-84E0-4D6D-B7C3-1F48A96851C5}"/>
          </ac:spMkLst>
        </pc:spChg>
      </pc:sldChg>
      <pc:sldChg chg="addSp delSp modSp">
        <pc:chgData name="Rader, Cameron Joseph" userId="S::crader6@vols.utk.edu::acfdebc0-ce72-4a48-bf57-7984b2bdef83" providerId="AD" clId="Web-{46DB6774-F2FE-F8E1-72BD-60D56E03C3B8}" dt="2024-11-29T19:36:53.125" v="168" actId="20577"/>
        <pc:sldMkLst>
          <pc:docMk/>
          <pc:sldMk cId="1773384220" sldId="290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07.312" v="109"/>
        <pc:sldMkLst>
          <pc:docMk/>
          <pc:sldMk cId="3666545172" sldId="292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8.265" v="153"/>
        <pc:sldMkLst>
          <pc:docMk/>
          <pc:sldMk cId="1694507606" sldId="295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8.265" v="151"/>
        <pc:sldMkLst>
          <pc:docMk/>
          <pc:sldMk cId="2453186673" sldId="296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6.578" v="147"/>
        <pc:sldMkLst>
          <pc:docMk/>
          <pc:sldMk cId="793764317" sldId="297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0.594" v="116"/>
        <pc:sldMkLst>
          <pc:docMk/>
          <pc:sldMk cId="3557783872" sldId="299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10.062" v="111"/>
        <pc:sldMkLst>
          <pc:docMk/>
          <pc:sldMk cId="1897069447" sldId="300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1.703" v="135"/>
        <pc:sldMkLst>
          <pc:docMk/>
          <pc:sldMk cId="928610062" sldId="301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0.031" v="134"/>
        <pc:sldMkLst>
          <pc:docMk/>
          <pc:sldMk cId="282000501" sldId="302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0.015" v="133"/>
        <pc:sldMkLst>
          <pc:docMk/>
          <pc:sldMk cId="3375823597" sldId="303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0.015" v="132"/>
        <pc:sldMkLst>
          <pc:docMk/>
          <pc:sldMk cId="2694546025" sldId="304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1.703" v="136"/>
        <pc:sldMkLst>
          <pc:docMk/>
          <pc:sldMk cId="2605109771" sldId="305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0.015" v="131"/>
        <pc:sldMkLst>
          <pc:docMk/>
          <pc:sldMk cId="1703713651" sldId="306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7.781" v="128"/>
        <pc:sldMkLst>
          <pc:docMk/>
          <pc:sldMk cId="3037093851" sldId="324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7.781" v="127"/>
        <pc:sldMkLst>
          <pc:docMk/>
          <pc:sldMk cId="1685137181" sldId="325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7.781" v="126"/>
        <pc:sldMkLst>
          <pc:docMk/>
          <pc:sldMk cId="1931533579" sldId="326"/>
        </pc:sldMkLst>
      </pc:sldChg>
      <pc:sldChg chg="del ord">
        <pc:chgData name="Rader, Cameron Joseph" userId="S::crader6@vols.utk.edu::acfdebc0-ce72-4a48-bf57-7984b2bdef83" providerId="AD" clId="Web-{46DB6774-F2FE-F8E1-72BD-60D56E03C3B8}" dt="2024-11-29T19:36:27.781" v="125"/>
        <pc:sldMkLst>
          <pc:docMk/>
          <pc:sldMk cId="3333969675" sldId="327"/>
        </pc:sldMkLst>
      </pc:sldChg>
      <pc:sldChg chg="del ord">
        <pc:chgData name="Rader, Cameron Joseph" userId="S::crader6@vols.utk.edu::acfdebc0-ce72-4a48-bf57-7984b2bdef83" providerId="AD" clId="Web-{46DB6774-F2FE-F8E1-72BD-60D56E03C3B8}" dt="2024-11-29T19:36:27.781" v="124"/>
        <pc:sldMkLst>
          <pc:docMk/>
          <pc:sldMk cId="537662215" sldId="328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8.265" v="152"/>
        <pc:sldMkLst>
          <pc:docMk/>
          <pc:sldMk cId="1237733991" sldId="329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6.594" v="150"/>
        <pc:sldMkLst>
          <pc:docMk/>
          <pc:sldMk cId="4195950013" sldId="330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6.578" v="148"/>
        <pc:sldMkLst>
          <pc:docMk/>
          <pc:sldMk cId="4261323912" sldId="336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7.578" v="166"/>
        <pc:sldMkLst>
          <pc:docMk/>
          <pc:sldMk cId="3248222393" sldId="343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6.594" v="149"/>
        <pc:sldMkLst>
          <pc:docMk/>
          <pc:sldMk cId="3311457796" sldId="344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2.562" v="161"/>
        <pc:sldMkLst>
          <pc:docMk/>
          <pc:sldMk cId="1954065007" sldId="345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3.734" v="162"/>
        <pc:sldMkLst>
          <pc:docMk/>
          <pc:sldMk cId="1559576438" sldId="346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3.734" v="163"/>
        <pc:sldMkLst>
          <pc:docMk/>
          <pc:sldMk cId="3458255755" sldId="347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3.734" v="164"/>
        <pc:sldMkLst>
          <pc:docMk/>
          <pc:sldMk cId="1136332213" sldId="348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7.578" v="165"/>
        <pc:sldMkLst>
          <pc:docMk/>
          <pc:sldMk cId="3850427227" sldId="349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2.562" v="160"/>
        <pc:sldMkLst>
          <pc:docMk/>
          <pc:sldMk cId="3377840954" sldId="350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2.562" v="159"/>
        <pc:sldMkLst>
          <pc:docMk/>
          <pc:sldMk cId="286418604" sldId="351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0.531" v="158"/>
        <pc:sldMkLst>
          <pc:docMk/>
          <pc:sldMk cId="761071474" sldId="352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0.531" v="157"/>
        <pc:sldMkLst>
          <pc:docMk/>
          <pc:sldMk cId="589807091" sldId="353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0.531" v="156"/>
        <pc:sldMkLst>
          <pc:docMk/>
          <pc:sldMk cId="1632071034" sldId="354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40.531" v="155"/>
        <pc:sldMkLst>
          <pc:docMk/>
          <pc:sldMk cId="1662190174" sldId="355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8.265" v="154"/>
        <pc:sldMkLst>
          <pc:docMk/>
          <pc:sldMk cId="836214163" sldId="357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5.047" v="143"/>
        <pc:sldMkLst>
          <pc:docMk/>
          <pc:sldMk cId="2685247463" sldId="360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3.437" v="142"/>
        <pc:sldMkLst>
          <pc:docMk/>
          <pc:sldMk cId="2383687264" sldId="361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3.422" v="141"/>
        <pc:sldMkLst>
          <pc:docMk/>
          <pc:sldMk cId="2831543271" sldId="362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3.422" v="140"/>
        <pc:sldMkLst>
          <pc:docMk/>
          <pc:sldMk cId="569363823" sldId="363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1.719" v="138"/>
        <pc:sldMkLst>
          <pc:docMk/>
          <pc:sldMk cId="2693847289" sldId="364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1.719" v="137"/>
        <pc:sldMkLst>
          <pc:docMk/>
          <pc:sldMk cId="799977998" sldId="365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3.422" v="139"/>
        <pc:sldMkLst>
          <pc:docMk/>
          <pc:sldMk cId="1718137075" sldId="366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5.047" v="145"/>
        <pc:sldMkLst>
          <pc:docMk/>
          <pc:sldMk cId="3723329558" sldId="368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5.047" v="144"/>
        <pc:sldMkLst>
          <pc:docMk/>
          <pc:sldMk cId="252806011" sldId="369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35.047" v="146"/>
        <pc:sldMkLst>
          <pc:docMk/>
          <pc:sldMk cId="3890559025" sldId="377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0.594" v="115"/>
        <pc:sldMkLst>
          <pc:docMk/>
          <pc:sldMk cId="466603362" sldId="378"/>
        </pc:sldMkLst>
      </pc:sldChg>
      <pc:sldChg chg="del">
        <pc:chgData name="Rader, Cameron Joseph" userId="S::crader6@vols.utk.edu::acfdebc0-ce72-4a48-bf57-7984b2bdef83" providerId="AD" clId="Web-{46DB6774-F2FE-F8E1-72BD-60D56E03C3B8}" dt="2024-11-29T19:36:20.594" v="114"/>
        <pc:sldMkLst>
          <pc:docMk/>
          <pc:sldMk cId="1983547888" sldId="379"/>
        </pc:sldMkLst>
      </pc:sldChg>
      <pc:sldChg chg="del ord">
        <pc:chgData name="Rader, Cameron Joseph" userId="S::crader6@vols.utk.edu::acfdebc0-ce72-4a48-bf57-7984b2bdef83" providerId="AD" clId="Web-{46DB6774-F2FE-F8E1-72BD-60D56E03C3B8}" dt="2024-11-29T19:36:20.594" v="113"/>
        <pc:sldMkLst>
          <pc:docMk/>
          <pc:sldMk cId="1391439654" sldId="380"/>
        </pc:sldMkLst>
      </pc:sldChg>
      <pc:sldChg chg="modSp new">
        <pc:chgData name="Rader, Cameron Joseph" userId="S::crader6@vols.utk.edu::acfdebc0-ce72-4a48-bf57-7984b2bdef83" providerId="AD" clId="Web-{46DB6774-F2FE-F8E1-72BD-60D56E03C3B8}" dt="2024-11-29T19:35:26.748" v="95" actId="20577"/>
        <pc:sldMkLst>
          <pc:docMk/>
          <pc:sldMk cId="1871417005" sldId="381"/>
        </pc:sldMkLst>
      </pc:sldChg>
    </pc:docChg>
  </pc:docChgLst>
  <pc:docChgLst>
    <pc:chgData name="Tripathy, Sujit Kumar" userId="S::stripat3@vols.utk.edu::20b4f23d-8b17-460e-bd1f-b1eb67ffafec" providerId="AD" clId="Web-{C93110CB-0CC3-8D8D-E43F-5F1F921A9C62}"/>
    <pc:docChg chg="modSld">
      <pc:chgData name="Tripathy, Sujit Kumar" userId="S::stripat3@vols.utk.edu::20b4f23d-8b17-460e-bd1f-b1eb67ffafec" providerId="AD" clId="Web-{C93110CB-0CC3-8D8D-E43F-5F1F921A9C62}" dt="2024-12-02T06:06:24.885" v="0" actId="1076"/>
      <pc:docMkLst>
        <pc:docMk/>
      </pc:docMkLst>
      <pc:sldChg chg="modSp">
        <pc:chgData name="Tripathy, Sujit Kumar" userId="S::stripat3@vols.utk.edu::20b4f23d-8b17-460e-bd1f-b1eb67ffafec" providerId="AD" clId="Web-{C93110CB-0CC3-8D8D-E43F-5F1F921A9C62}" dt="2024-12-02T06:06:24.885" v="0" actId="1076"/>
        <pc:sldMkLst>
          <pc:docMk/>
          <pc:sldMk cId="3001479736" sldId="289"/>
        </pc:sldMkLst>
        <pc:picChg chg="mod">
          <ac:chgData name="Tripathy, Sujit Kumar" userId="S::stripat3@vols.utk.edu::20b4f23d-8b17-460e-bd1f-b1eb67ffafec" providerId="AD" clId="Web-{C93110CB-0CC3-8D8D-E43F-5F1F921A9C62}" dt="2024-12-02T06:06:24.885" v="0" actId="1076"/>
          <ac:picMkLst>
            <pc:docMk/>
            <pc:sldMk cId="3001479736" sldId="289"/>
            <ac:picMk id="2" creationId="{3080BBDB-EDEA-AA11-842B-4FFBD41D7AD9}"/>
          </ac:picMkLst>
        </pc:picChg>
      </pc:sldChg>
    </pc:docChg>
  </pc:docChgLst>
  <pc:docChgLst>
    <pc:chgData name="Bogale, Befikir Teferi" userId="S::bbogale@vols.utk.edu::d4c0fee3-5d52-4f5e-ad42-485b52f2a074" providerId="AD" clId="Web-{B3F9F7DA-BAF7-E965-703A-FC21D7ADB583}"/>
    <pc:docChg chg="addSld delSld modSld modSection">
      <pc:chgData name="Bogale, Befikir Teferi" userId="S::bbogale@vols.utk.edu::d4c0fee3-5d52-4f5e-ad42-485b52f2a074" providerId="AD" clId="Web-{B3F9F7DA-BAF7-E965-703A-FC21D7ADB583}" dt="2024-12-02T20:12:31.492" v="940" actId="20577"/>
      <pc:docMkLst>
        <pc:docMk/>
      </pc:docMkLst>
      <pc:sldChg chg="addSp modSp">
        <pc:chgData name="Bogale, Befikir Teferi" userId="S::bbogale@vols.utk.edu::d4c0fee3-5d52-4f5e-ad42-485b52f2a074" providerId="AD" clId="Web-{B3F9F7DA-BAF7-E965-703A-FC21D7ADB583}" dt="2024-12-02T19:30:04.143" v="705" actId="1076"/>
        <pc:sldMkLst>
          <pc:docMk/>
          <pc:sldMk cId="74943867" sldId="383"/>
        </pc:sldMkLst>
        <pc:spChg chg="mod">
          <ac:chgData name="Bogale, Befikir Teferi" userId="S::bbogale@vols.utk.edu::d4c0fee3-5d52-4f5e-ad42-485b52f2a074" providerId="AD" clId="Web-{B3F9F7DA-BAF7-E965-703A-FC21D7ADB583}" dt="2024-12-02T19:28:58.079" v="696" actId="20577"/>
          <ac:spMkLst>
            <pc:docMk/>
            <pc:sldMk cId="74943867" sldId="383"/>
            <ac:spMk id="2" creationId="{68B78110-5686-81EF-8B4F-B84F4D9895CE}"/>
          </ac:spMkLst>
        </pc:spChg>
        <pc:picChg chg="add mod">
          <ac:chgData name="Bogale, Befikir Teferi" userId="S::bbogale@vols.utk.edu::d4c0fee3-5d52-4f5e-ad42-485b52f2a074" providerId="AD" clId="Web-{B3F9F7DA-BAF7-E965-703A-FC21D7ADB583}" dt="2024-12-02T19:30:01.784" v="704" actId="1076"/>
          <ac:picMkLst>
            <pc:docMk/>
            <pc:sldMk cId="74943867" sldId="383"/>
            <ac:picMk id="4" creationId="{F6D9ED0A-D567-9869-6548-0025C65C6124}"/>
          </ac:picMkLst>
        </pc:picChg>
        <pc:picChg chg="mod">
          <ac:chgData name="Bogale, Befikir Teferi" userId="S::bbogale@vols.utk.edu::d4c0fee3-5d52-4f5e-ad42-485b52f2a074" providerId="AD" clId="Web-{B3F9F7DA-BAF7-E965-703A-FC21D7ADB583}" dt="2024-12-02T19:30:04.143" v="705" actId="1076"/>
          <ac:picMkLst>
            <pc:docMk/>
            <pc:sldMk cId="74943867" sldId="383"/>
            <ac:picMk id="1026" creationId="{A1A6D334-1B85-2FCF-3A88-FFFAC9125EEC}"/>
          </ac:picMkLst>
        </pc:picChg>
      </pc:sldChg>
      <pc:sldChg chg="modSp">
        <pc:chgData name="Bogale, Befikir Teferi" userId="S::bbogale@vols.utk.edu::d4c0fee3-5d52-4f5e-ad42-485b52f2a074" providerId="AD" clId="Web-{B3F9F7DA-BAF7-E965-703A-FC21D7ADB583}" dt="2024-12-02T19:42:47.507" v="809"/>
        <pc:sldMkLst>
          <pc:docMk/>
          <pc:sldMk cId="1008952233" sldId="389"/>
        </pc:sldMkLst>
        <pc:graphicFrameChg chg="mod modGraphic">
          <ac:chgData name="Bogale, Befikir Teferi" userId="S::bbogale@vols.utk.edu::d4c0fee3-5d52-4f5e-ad42-485b52f2a074" providerId="AD" clId="Web-{B3F9F7DA-BAF7-E965-703A-FC21D7ADB583}" dt="2024-12-02T19:42:47.507" v="809"/>
          <ac:graphicFrameMkLst>
            <pc:docMk/>
            <pc:sldMk cId="1008952233" sldId="389"/>
            <ac:graphicFrameMk id="10" creationId="{DA90DA6E-45B4-576F-F392-3F433CD0DDB7}"/>
          </ac:graphicFrameMkLst>
        </pc:graphicFrameChg>
      </pc:sldChg>
      <pc:sldChg chg="modSp mod modShow">
        <pc:chgData name="Bogale, Befikir Teferi" userId="S::bbogale@vols.utk.edu::d4c0fee3-5d52-4f5e-ad42-485b52f2a074" providerId="AD" clId="Web-{B3F9F7DA-BAF7-E965-703A-FC21D7ADB583}" dt="2024-12-02T19:32:53.163" v="734"/>
        <pc:sldMkLst>
          <pc:docMk/>
          <pc:sldMk cId="120237160" sldId="401"/>
        </pc:sldMkLst>
        <pc:spChg chg="mod">
          <ac:chgData name="Bogale, Befikir Teferi" userId="S::bbogale@vols.utk.edu::d4c0fee3-5d52-4f5e-ad42-485b52f2a074" providerId="AD" clId="Web-{B3F9F7DA-BAF7-E965-703A-FC21D7ADB583}" dt="2024-12-02T19:31:54.302" v="707" actId="20577"/>
          <ac:spMkLst>
            <pc:docMk/>
            <pc:sldMk cId="120237160" sldId="401"/>
            <ac:spMk id="3" creationId="{BE49BA8E-2455-6C80-DA01-7976E39E1266}"/>
          </ac:spMkLst>
        </pc:spChg>
      </pc:sldChg>
      <pc:sldChg chg="modSp">
        <pc:chgData name="Bogale, Befikir Teferi" userId="S::bbogale@vols.utk.edu::d4c0fee3-5d52-4f5e-ad42-485b52f2a074" providerId="AD" clId="Web-{B3F9F7DA-BAF7-E965-703A-FC21D7ADB583}" dt="2024-12-02T19:24:40.841" v="687" actId="1076"/>
        <pc:sldMkLst>
          <pc:docMk/>
          <pc:sldMk cId="1607528716" sldId="402"/>
        </pc:sldMkLst>
        <pc:spChg chg="mod">
          <ac:chgData name="Bogale, Befikir Teferi" userId="S::bbogale@vols.utk.edu::d4c0fee3-5d52-4f5e-ad42-485b52f2a074" providerId="AD" clId="Web-{B3F9F7DA-BAF7-E965-703A-FC21D7ADB583}" dt="2024-12-02T19:24:04.699" v="684" actId="20577"/>
          <ac:spMkLst>
            <pc:docMk/>
            <pc:sldMk cId="1607528716" sldId="402"/>
            <ac:spMk id="3" creationId="{522076CC-F42D-591A-578B-B07D0B11512E}"/>
          </ac:spMkLst>
        </pc:spChg>
        <pc:picChg chg="mod">
          <ac:chgData name="Bogale, Befikir Teferi" userId="S::bbogale@vols.utk.edu::d4c0fee3-5d52-4f5e-ad42-485b52f2a074" providerId="AD" clId="Web-{B3F9F7DA-BAF7-E965-703A-FC21D7ADB583}" dt="2024-12-02T19:24:40.841" v="687" actId="1076"/>
          <ac:picMkLst>
            <pc:docMk/>
            <pc:sldMk cId="1607528716" sldId="402"/>
            <ac:picMk id="7" creationId="{66A64EE7-A709-7849-A8FB-9A6868F6AC68}"/>
          </ac:picMkLst>
        </pc:picChg>
      </pc:sldChg>
      <pc:sldChg chg="modSp">
        <pc:chgData name="Bogale, Befikir Teferi" userId="S::bbogale@vols.utk.edu::d4c0fee3-5d52-4f5e-ad42-485b52f2a074" providerId="AD" clId="Web-{B3F9F7DA-BAF7-E965-703A-FC21D7ADB583}" dt="2024-12-02T18:55:46.852" v="519"/>
        <pc:sldMkLst>
          <pc:docMk/>
          <pc:sldMk cId="1761867332" sldId="408"/>
        </pc:sldMkLst>
        <pc:graphicFrameChg chg="mod modGraphic">
          <ac:chgData name="Bogale, Befikir Teferi" userId="S::bbogale@vols.utk.edu::d4c0fee3-5d52-4f5e-ad42-485b52f2a074" providerId="AD" clId="Web-{B3F9F7DA-BAF7-E965-703A-FC21D7ADB583}" dt="2024-12-02T18:55:46.852" v="519"/>
          <ac:graphicFrameMkLst>
            <pc:docMk/>
            <pc:sldMk cId="1761867332" sldId="408"/>
            <ac:graphicFrameMk id="14" creationId="{99BD3929-27DE-DF74-5C98-AD2FC78CB541}"/>
          </ac:graphicFrameMkLst>
        </pc:graphicFrameChg>
      </pc:sldChg>
      <pc:sldChg chg="addSp delSp modSp add replId">
        <pc:chgData name="Bogale, Befikir Teferi" userId="S::bbogale@vols.utk.edu::d4c0fee3-5d52-4f5e-ad42-485b52f2a074" providerId="AD" clId="Web-{B3F9F7DA-BAF7-E965-703A-FC21D7ADB583}" dt="2024-12-02T20:12:31.492" v="940" actId="20577"/>
        <pc:sldMkLst>
          <pc:docMk/>
          <pc:sldMk cId="1313538187" sldId="409"/>
        </pc:sldMkLst>
        <pc:spChg chg="add del mod">
          <ac:chgData name="Bogale, Befikir Teferi" userId="S::bbogale@vols.utk.edu::d4c0fee3-5d52-4f5e-ad42-485b52f2a074" providerId="AD" clId="Web-{B3F9F7DA-BAF7-E965-703A-FC21D7ADB583}" dt="2024-12-02T20:12:31.492" v="940" actId="20577"/>
          <ac:spMkLst>
            <pc:docMk/>
            <pc:sldMk cId="1313538187" sldId="409"/>
            <ac:spMk id="3" creationId="{BE49BA8E-2455-6C80-DA01-7976E39E1266}"/>
          </ac:spMkLst>
        </pc:spChg>
        <pc:spChg chg="add del mod">
          <ac:chgData name="Bogale, Befikir Teferi" userId="S::bbogale@vols.utk.edu::d4c0fee3-5d52-4f5e-ad42-485b52f2a074" providerId="AD" clId="Web-{B3F9F7DA-BAF7-E965-703A-FC21D7ADB583}" dt="2024-12-02T20:11:32.928" v="926"/>
          <ac:spMkLst>
            <pc:docMk/>
            <pc:sldMk cId="1313538187" sldId="409"/>
            <ac:spMk id="5" creationId="{7C649D93-A596-F75A-2CEA-580AF6B9E5E9}"/>
          </ac:spMkLst>
        </pc:spChg>
      </pc:sldChg>
      <pc:sldChg chg="modSp add mod replId modShow">
        <pc:chgData name="Bogale, Befikir Teferi" userId="S::bbogale@vols.utk.edu::d4c0fee3-5d52-4f5e-ad42-485b52f2a074" providerId="AD" clId="Web-{B3F9F7DA-BAF7-E965-703A-FC21D7ADB583}" dt="2024-12-02T19:51:29.943" v="891"/>
        <pc:sldMkLst>
          <pc:docMk/>
          <pc:sldMk cId="2824421260" sldId="410"/>
        </pc:sldMkLst>
        <pc:graphicFrameChg chg="mod modGraphic">
          <ac:chgData name="Bogale, Befikir Teferi" userId="S::bbogale@vols.utk.edu::d4c0fee3-5d52-4f5e-ad42-485b52f2a074" providerId="AD" clId="Web-{B3F9F7DA-BAF7-E965-703A-FC21D7ADB583}" dt="2024-12-02T19:51:29.943" v="891"/>
          <ac:graphicFrameMkLst>
            <pc:docMk/>
            <pc:sldMk cId="2824421260" sldId="410"/>
            <ac:graphicFrameMk id="14" creationId="{99BD3929-27DE-DF74-5C98-AD2FC78CB541}"/>
          </ac:graphicFrameMkLst>
        </pc:graphicFrameChg>
      </pc:sldChg>
      <pc:sldChg chg="modSp add del replId">
        <pc:chgData name="Bogale, Befikir Teferi" userId="S::bbogale@vols.utk.edu::d4c0fee3-5d52-4f5e-ad42-485b52f2a074" providerId="AD" clId="Web-{B3F9F7DA-BAF7-E965-703A-FC21D7ADB583}" dt="2024-12-02T19:52:04.006" v="909"/>
        <pc:sldMkLst>
          <pc:docMk/>
          <pc:sldMk cId="666724992" sldId="411"/>
        </pc:sldMkLst>
        <pc:graphicFrameChg chg="mod modGraphic">
          <ac:chgData name="Bogale, Befikir Teferi" userId="S::bbogale@vols.utk.edu::d4c0fee3-5d52-4f5e-ad42-485b52f2a074" providerId="AD" clId="Web-{B3F9F7DA-BAF7-E965-703A-FC21D7ADB583}" dt="2024-12-02T19:51:56.959" v="908"/>
          <ac:graphicFrameMkLst>
            <pc:docMk/>
            <pc:sldMk cId="666724992" sldId="411"/>
            <ac:graphicFrameMk id="14" creationId="{99BD3929-27DE-DF74-5C98-AD2FC78CB541}"/>
          </ac:graphicFrameMkLst>
        </pc:graphicFrameChg>
      </pc:sldChg>
    </pc:docChg>
  </pc:docChgLst>
  <pc:docChgLst>
    <pc:chgData name="Parham, Connor" userId="068a24a2-46da-44d7-859e-9a1157bf21aa" providerId="ADAL" clId="{D97EB160-861D-4217-847C-FA04FDADEDE7}"/>
    <pc:docChg chg="undo redo custSel addSld modSld sldOrd modSection">
      <pc:chgData name="Parham, Connor" userId="068a24a2-46da-44d7-859e-9a1157bf21aa" providerId="ADAL" clId="{D97EB160-861D-4217-847C-FA04FDADEDE7}" dt="2024-12-04T18:54:45.190" v="8692" actId="14100"/>
      <pc:docMkLst>
        <pc:docMk/>
      </pc:docMkLst>
      <pc:sldChg chg="modNotesTx">
        <pc:chgData name="Parham, Connor" userId="068a24a2-46da-44d7-859e-9a1157bf21aa" providerId="ADAL" clId="{D97EB160-861D-4217-847C-FA04FDADEDE7}" dt="2024-12-01T04:05:30.843" v="307" actId="5793"/>
        <pc:sldMkLst>
          <pc:docMk/>
          <pc:sldMk cId="1871417005" sldId="381"/>
        </pc:sldMkLst>
      </pc:sldChg>
      <pc:sldChg chg="addSp delSp modSp add mod modNotesTx">
        <pc:chgData name="Parham, Connor" userId="068a24a2-46da-44d7-859e-9a1157bf21aa" providerId="ADAL" clId="{D97EB160-861D-4217-847C-FA04FDADEDE7}" dt="2024-12-01T04:51:12.476" v="5795" actId="20577"/>
        <pc:sldMkLst>
          <pc:docMk/>
          <pc:sldMk cId="182926746" sldId="382"/>
        </pc:sldMkLst>
        <pc:spChg chg="mod">
          <ac:chgData name="Parham, Connor" userId="068a24a2-46da-44d7-859e-9a1157bf21aa" providerId="ADAL" clId="{D97EB160-861D-4217-847C-FA04FDADEDE7}" dt="2024-12-01T04:07:34.512" v="480" actId="20577"/>
          <ac:spMkLst>
            <pc:docMk/>
            <pc:sldMk cId="182926746" sldId="382"/>
            <ac:spMk id="2" creationId="{1D83D315-6FB3-A0B4-467A-5E7CB58EAF94}"/>
          </ac:spMkLst>
        </pc:spChg>
        <pc:spChg chg="mod">
          <ac:chgData name="Parham, Connor" userId="068a24a2-46da-44d7-859e-9a1157bf21aa" providerId="ADAL" clId="{D97EB160-861D-4217-847C-FA04FDADEDE7}" dt="2024-12-01T04:15:45.333" v="992" actId="20577"/>
          <ac:spMkLst>
            <pc:docMk/>
            <pc:sldMk cId="182926746" sldId="382"/>
            <ac:spMk id="3" creationId="{589BBC41-B07E-7D08-A64E-AC101D2FF3F7}"/>
          </ac:spMkLst>
        </pc:spChg>
        <pc:spChg chg="mod">
          <ac:chgData name="Parham, Connor" userId="068a24a2-46da-44d7-859e-9a1157bf21aa" providerId="ADAL" clId="{D97EB160-861D-4217-847C-FA04FDADEDE7}" dt="2024-12-01T04:05:48.374" v="314" actId="20577"/>
          <ac:spMkLst>
            <pc:docMk/>
            <pc:sldMk cId="182926746" sldId="382"/>
            <ac:spMk id="6" creationId="{201ADA4E-58FE-E4EE-40F6-B81457366B56}"/>
          </ac:spMkLst>
        </pc:spChg>
        <pc:spChg chg="add mod">
          <ac:chgData name="Parham, Connor" userId="068a24a2-46da-44d7-859e-9a1157bf21aa" providerId="ADAL" clId="{D97EB160-861D-4217-847C-FA04FDADEDE7}" dt="2024-12-01T04:14:42.471" v="808" actId="14100"/>
          <ac:spMkLst>
            <pc:docMk/>
            <pc:sldMk cId="182926746" sldId="382"/>
            <ac:spMk id="11" creationId="{B307A876-E592-CFD7-6EF9-C538FD317140}"/>
          </ac:spMkLst>
        </pc:spChg>
        <pc:spChg chg="add mod">
          <ac:chgData name="Parham, Connor" userId="068a24a2-46da-44d7-859e-9a1157bf21aa" providerId="ADAL" clId="{D97EB160-861D-4217-847C-FA04FDADEDE7}" dt="2024-12-01T04:14:42.471" v="808" actId="14100"/>
          <ac:spMkLst>
            <pc:docMk/>
            <pc:sldMk cId="182926746" sldId="382"/>
            <ac:spMk id="12" creationId="{B48167C8-82C8-7088-6EE0-EBD90CE77594}"/>
          </ac:spMkLst>
        </pc:spChg>
        <pc:spChg chg="add mod">
          <ac:chgData name="Parham, Connor" userId="068a24a2-46da-44d7-859e-9a1157bf21aa" providerId="ADAL" clId="{D97EB160-861D-4217-847C-FA04FDADEDE7}" dt="2024-12-01T04:14:42.471" v="808" actId="14100"/>
          <ac:spMkLst>
            <pc:docMk/>
            <pc:sldMk cId="182926746" sldId="382"/>
            <ac:spMk id="13" creationId="{CAC59DF8-2C40-ED70-0801-99CB400AAC5F}"/>
          </ac:spMkLst>
        </pc:spChg>
        <pc:spChg chg="add mod">
          <ac:chgData name="Parham, Connor" userId="068a24a2-46da-44d7-859e-9a1157bf21aa" providerId="ADAL" clId="{D97EB160-861D-4217-847C-FA04FDADEDE7}" dt="2024-12-01T04:14:42.471" v="808" actId="14100"/>
          <ac:spMkLst>
            <pc:docMk/>
            <pc:sldMk cId="182926746" sldId="382"/>
            <ac:spMk id="14" creationId="{B245D3E5-3B45-5930-1DF3-126B70AAA84E}"/>
          </ac:spMkLst>
        </pc:spChg>
        <pc:spChg chg="add mod">
          <ac:chgData name="Parham, Connor" userId="068a24a2-46da-44d7-859e-9a1157bf21aa" providerId="ADAL" clId="{D97EB160-861D-4217-847C-FA04FDADEDE7}" dt="2024-12-01T04:14:42.471" v="808" actId="14100"/>
          <ac:spMkLst>
            <pc:docMk/>
            <pc:sldMk cId="182926746" sldId="382"/>
            <ac:spMk id="15" creationId="{A5913330-0EDB-196A-3C02-06443455CA32}"/>
          </ac:spMkLst>
        </pc:spChg>
        <pc:cxnChg chg="add mod">
          <ac:chgData name="Parham, Connor" userId="068a24a2-46da-44d7-859e-9a1157bf21aa" providerId="ADAL" clId="{D97EB160-861D-4217-847C-FA04FDADEDE7}" dt="2024-12-01T04:14:42.471" v="808" actId="14100"/>
          <ac:cxnSpMkLst>
            <pc:docMk/>
            <pc:sldMk cId="182926746" sldId="382"/>
            <ac:cxnSpMk id="17" creationId="{93191F2A-1476-873E-1F74-5A019DD972DB}"/>
          </ac:cxnSpMkLst>
        </pc:cxnChg>
        <pc:cxnChg chg="add mod">
          <ac:chgData name="Parham, Connor" userId="068a24a2-46da-44d7-859e-9a1157bf21aa" providerId="ADAL" clId="{D97EB160-861D-4217-847C-FA04FDADEDE7}" dt="2024-12-01T04:14:42.471" v="808" actId="14100"/>
          <ac:cxnSpMkLst>
            <pc:docMk/>
            <pc:sldMk cId="182926746" sldId="382"/>
            <ac:cxnSpMk id="20" creationId="{FD9D1D16-4E3D-6B95-BB5E-2278BC5688FA}"/>
          </ac:cxnSpMkLst>
        </pc:cxnChg>
        <pc:cxnChg chg="add mod">
          <ac:chgData name="Parham, Connor" userId="068a24a2-46da-44d7-859e-9a1157bf21aa" providerId="ADAL" clId="{D97EB160-861D-4217-847C-FA04FDADEDE7}" dt="2024-12-01T04:14:42.471" v="808" actId="14100"/>
          <ac:cxnSpMkLst>
            <pc:docMk/>
            <pc:sldMk cId="182926746" sldId="382"/>
            <ac:cxnSpMk id="23" creationId="{FACC6D48-C11B-9C03-56DF-F53611F84306}"/>
          </ac:cxnSpMkLst>
        </pc:cxnChg>
        <pc:cxnChg chg="add mod">
          <ac:chgData name="Parham, Connor" userId="068a24a2-46da-44d7-859e-9a1157bf21aa" providerId="ADAL" clId="{D97EB160-861D-4217-847C-FA04FDADEDE7}" dt="2024-12-01T04:14:42.471" v="808" actId="14100"/>
          <ac:cxnSpMkLst>
            <pc:docMk/>
            <pc:sldMk cId="182926746" sldId="382"/>
            <ac:cxnSpMk id="26" creationId="{F4D6C3D3-21AA-C84A-54AF-55E53E56D5F2}"/>
          </ac:cxnSpMkLst>
        </pc:cxnChg>
      </pc:sldChg>
      <pc:sldChg chg="addSp delSp modSp add mod modNotesTx">
        <pc:chgData name="Parham, Connor" userId="068a24a2-46da-44d7-859e-9a1157bf21aa" providerId="ADAL" clId="{D97EB160-861D-4217-847C-FA04FDADEDE7}" dt="2024-12-02T20:30:28.945" v="8096" actId="1076"/>
        <pc:sldMkLst>
          <pc:docMk/>
          <pc:sldMk cId="74943867" sldId="383"/>
        </pc:sldMkLst>
        <pc:spChg chg="mod">
          <ac:chgData name="Parham, Connor" userId="068a24a2-46da-44d7-859e-9a1157bf21aa" providerId="ADAL" clId="{D97EB160-861D-4217-847C-FA04FDADEDE7}" dt="2024-12-01T04:16:06.786" v="1014" actId="20577"/>
          <ac:spMkLst>
            <pc:docMk/>
            <pc:sldMk cId="74943867" sldId="383"/>
            <ac:spMk id="2" creationId="{68B78110-5686-81EF-8B4F-B84F4D9895CE}"/>
          </ac:spMkLst>
        </pc:spChg>
        <pc:spChg chg="mod">
          <ac:chgData name="Parham, Connor" userId="068a24a2-46da-44d7-859e-9a1157bf21aa" providerId="ADAL" clId="{D97EB160-861D-4217-847C-FA04FDADEDE7}" dt="2024-12-01T04:37:34.322" v="3998" actId="27636"/>
          <ac:spMkLst>
            <pc:docMk/>
            <pc:sldMk cId="74943867" sldId="383"/>
            <ac:spMk id="3" creationId="{E1CF3E2E-0CF6-8527-5570-056733C35E49}"/>
          </ac:spMkLst>
        </pc:spChg>
        <pc:spChg chg="mod">
          <ac:chgData name="Parham, Connor" userId="068a24a2-46da-44d7-859e-9a1157bf21aa" providerId="ADAL" clId="{D97EB160-861D-4217-847C-FA04FDADEDE7}" dt="2024-12-01T04:06:07.199" v="340" actId="20577"/>
          <ac:spMkLst>
            <pc:docMk/>
            <pc:sldMk cId="74943867" sldId="383"/>
            <ac:spMk id="6" creationId="{E773ADE8-A292-087A-FF92-5CA8552BAF7C}"/>
          </ac:spMkLst>
        </pc:spChg>
        <pc:picChg chg="mod">
          <ac:chgData name="Parham, Connor" userId="068a24a2-46da-44d7-859e-9a1157bf21aa" providerId="ADAL" clId="{D97EB160-861D-4217-847C-FA04FDADEDE7}" dt="2024-12-02T20:30:28.945" v="8096" actId="1076"/>
          <ac:picMkLst>
            <pc:docMk/>
            <pc:sldMk cId="74943867" sldId="383"/>
            <ac:picMk id="4" creationId="{F6D9ED0A-D567-9869-6548-0025C65C6124}"/>
          </ac:picMkLst>
        </pc:picChg>
        <pc:picChg chg="add mod">
          <ac:chgData name="Parham, Connor" userId="068a24a2-46da-44d7-859e-9a1157bf21aa" providerId="ADAL" clId="{D97EB160-861D-4217-847C-FA04FDADEDE7}" dt="2024-12-02T20:30:07.456" v="8095" actId="1076"/>
          <ac:picMkLst>
            <pc:docMk/>
            <pc:sldMk cId="74943867" sldId="383"/>
            <ac:picMk id="1026" creationId="{A1A6D334-1B85-2FCF-3A88-FFFAC9125EEC}"/>
          </ac:picMkLst>
        </pc:picChg>
      </pc:sldChg>
      <pc:sldChg chg="addSp delSp modSp add mod ord modNotesTx">
        <pc:chgData name="Parham, Connor" userId="068a24a2-46da-44d7-859e-9a1157bf21aa" providerId="ADAL" clId="{D97EB160-861D-4217-847C-FA04FDADEDE7}" dt="2024-12-02T20:39:24.365" v="8161" actId="20577"/>
        <pc:sldMkLst>
          <pc:docMk/>
          <pc:sldMk cId="137120562" sldId="384"/>
        </pc:sldMkLst>
        <pc:spChg chg="mod">
          <ac:chgData name="Parham, Connor" userId="068a24a2-46da-44d7-859e-9a1157bf21aa" providerId="ADAL" clId="{D97EB160-861D-4217-847C-FA04FDADEDE7}" dt="2024-12-01T04:18:36.874" v="1288" actId="20577"/>
          <ac:spMkLst>
            <pc:docMk/>
            <pc:sldMk cId="137120562" sldId="384"/>
            <ac:spMk id="2" creationId="{EA0A405A-B276-6225-BEB8-01976153311D}"/>
          </ac:spMkLst>
        </pc:spChg>
        <pc:spChg chg="mod">
          <ac:chgData name="Parham, Connor" userId="068a24a2-46da-44d7-859e-9a1157bf21aa" providerId="ADAL" clId="{D97EB160-861D-4217-847C-FA04FDADEDE7}" dt="2024-12-02T20:39:24.365" v="8161" actId="20577"/>
          <ac:spMkLst>
            <pc:docMk/>
            <pc:sldMk cId="137120562" sldId="384"/>
            <ac:spMk id="3" creationId="{3448BA9D-1EB8-1205-BBB9-C16FA66DACE7}"/>
          </ac:spMkLst>
        </pc:spChg>
        <pc:spChg chg="mod">
          <ac:chgData name="Parham, Connor" userId="068a24a2-46da-44d7-859e-9a1157bf21aa" providerId="ADAL" clId="{D97EB160-861D-4217-847C-FA04FDADEDE7}" dt="2024-12-01T04:06:26.093" v="367" actId="20577"/>
          <ac:spMkLst>
            <pc:docMk/>
            <pc:sldMk cId="137120562" sldId="384"/>
            <ac:spMk id="6" creationId="{C9BF8F47-EB1C-9842-FBED-6F3DFD68EEA3}"/>
          </ac:spMkLst>
        </pc:spChg>
        <pc:picChg chg="add del mod">
          <ac:chgData name="Parham, Connor" userId="068a24a2-46da-44d7-859e-9a1157bf21aa" providerId="ADAL" clId="{D97EB160-861D-4217-847C-FA04FDADEDE7}" dt="2024-12-02T02:35:37.024" v="5798" actId="478"/>
          <ac:picMkLst>
            <pc:docMk/>
            <pc:sldMk cId="137120562" sldId="384"/>
            <ac:picMk id="1026" creationId="{4C0994AD-A42D-8801-280A-16FE27653C1B}"/>
          </ac:picMkLst>
        </pc:picChg>
        <pc:picChg chg="add mod">
          <ac:chgData name="Parham, Connor" userId="068a24a2-46da-44d7-859e-9a1157bf21aa" providerId="ADAL" clId="{D97EB160-861D-4217-847C-FA04FDADEDE7}" dt="2024-12-02T02:36:07.720" v="5800" actId="1076"/>
          <ac:picMkLst>
            <pc:docMk/>
            <pc:sldMk cId="137120562" sldId="384"/>
            <ac:picMk id="1028" creationId="{C13DF210-0D84-684D-2CA0-48D9F785F3FC}"/>
          </ac:picMkLst>
        </pc:picChg>
      </pc:sldChg>
      <pc:sldChg chg="addSp delSp modSp add mod modNotesTx">
        <pc:chgData name="Parham, Connor" userId="068a24a2-46da-44d7-859e-9a1157bf21aa" providerId="ADAL" clId="{D97EB160-861D-4217-847C-FA04FDADEDE7}" dt="2024-12-02T03:02:51.746" v="6015" actId="20577"/>
        <pc:sldMkLst>
          <pc:docMk/>
          <pc:sldMk cId="1853161027" sldId="385"/>
        </pc:sldMkLst>
        <pc:spChg chg="mod">
          <ac:chgData name="Parham, Connor" userId="068a24a2-46da-44d7-859e-9a1157bf21aa" providerId="ADAL" clId="{D97EB160-861D-4217-847C-FA04FDADEDE7}" dt="2024-12-01T04:23:06.206" v="1798" actId="20577"/>
          <ac:spMkLst>
            <pc:docMk/>
            <pc:sldMk cId="1853161027" sldId="385"/>
            <ac:spMk id="2" creationId="{0665726A-FB4F-E273-E289-C6BD39EA7B44}"/>
          </ac:spMkLst>
        </pc:spChg>
        <pc:spChg chg="mod">
          <ac:chgData name="Parham, Connor" userId="068a24a2-46da-44d7-859e-9a1157bf21aa" providerId="ADAL" clId="{D97EB160-861D-4217-847C-FA04FDADEDE7}" dt="2024-12-01T04:25:10.224" v="2006" actId="20577"/>
          <ac:spMkLst>
            <pc:docMk/>
            <pc:sldMk cId="1853161027" sldId="385"/>
            <ac:spMk id="3" creationId="{C72ABD80-3AEA-EA58-989E-76C6A9194DB8}"/>
          </ac:spMkLst>
        </pc:spChg>
        <pc:spChg chg="mod">
          <ac:chgData name="Parham, Connor" userId="068a24a2-46da-44d7-859e-9a1157bf21aa" providerId="ADAL" clId="{D97EB160-861D-4217-847C-FA04FDADEDE7}" dt="2024-12-01T04:07:09.293" v="424" actId="20577"/>
          <ac:spMkLst>
            <pc:docMk/>
            <pc:sldMk cId="1853161027" sldId="385"/>
            <ac:spMk id="6" creationId="{D7D1E77A-4D24-701F-F14E-10ECACC9E951}"/>
          </ac:spMkLst>
        </pc:spChg>
        <pc:picChg chg="add del mod">
          <ac:chgData name="Parham, Connor" userId="068a24a2-46da-44d7-859e-9a1157bf21aa" providerId="ADAL" clId="{D97EB160-861D-4217-847C-FA04FDADEDE7}" dt="2024-12-02T02:53:55.685" v="5807" actId="478"/>
          <ac:picMkLst>
            <pc:docMk/>
            <pc:sldMk cId="1853161027" sldId="385"/>
            <ac:picMk id="3074" creationId="{EA39828A-FF24-DA9D-E3FC-EDBF1E28ED31}"/>
          </ac:picMkLst>
        </pc:picChg>
        <pc:picChg chg="add del mod">
          <ac:chgData name="Parham, Connor" userId="068a24a2-46da-44d7-859e-9a1157bf21aa" providerId="ADAL" clId="{D97EB160-861D-4217-847C-FA04FDADEDE7}" dt="2024-12-02T02:57:17.347" v="5814" actId="478"/>
          <ac:picMkLst>
            <pc:docMk/>
            <pc:sldMk cId="1853161027" sldId="385"/>
            <ac:picMk id="3076" creationId="{98CC8241-06F7-7470-9ED2-F0F4D09C0F1D}"/>
          </ac:picMkLst>
        </pc:picChg>
        <pc:picChg chg="add mod">
          <ac:chgData name="Parham, Connor" userId="068a24a2-46da-44d7-859e-9a1157bf21aa" providerId="ADAL" clId="{D97EB160-861D-4217-847C-FA04FDADEDE7}" dt="2024-12-02T02:57:22.615" v="5816" actId="1076"/>
          <ac:picMkLst>
            <pc:docMk/>
            <pc:sldMk cId="1853161027" sldId="385"/>
            <ac:picMk id="3078" creationId="{520ECC91-47FE-E4B1-EB08-BD39FAB31788}"/>
          </ac:picMkLst>
        </pc:picChg>
      </pc:sldChg>
      <pc:sldChg chg="addSp delSp modSp add mod modNotesTx">
        <pc:chgData name="Parham, Connor" userId="068a24a2-46da-44d7-859e-9a1157bf21aa" providerId="ADAL" clId="{D97EB160-861D-4217-847C-FA04FDADEDE7}" dt="2024-12-02T03:03:37.165" v="6197" actId="5793"/>
        <pc:sldMkLst>
          <pc:docMk/>
          <pc:sldMk cId="3614397561" sldId="386"/>
        </pc:sldMkLst>
        <pc:spChg chg="mod">
          <ac:chgData name="Parham, Connor" userId="068a24a2-46da-44d7-859e-9a1157bf21aa" providerId="ADAL" clId="{D97EB160-861D-4217-847C-FA04FDADEDE7}" dt="2024-12-01T04:25:45.033" v="2013" actId="20577"/>
          <ac:spMkLst>
            <pc:docMk/>
            <pc:sldMk cId="3614397561" sldId="386"/>
            <ac:spMk id="2" creationId="{A49CF97D-EDFC-FAFF-F2D4-AB9EE3706163}"/>
          </ac:spMkLst>
        </pc:spChg>
        <pc:spChg chg="mod">
          <ac:chgData name="Parham, Connor" userId="068a24a2-46da-44d7-859e-9a1157bf21aa" providerId="ADAL" clId="{D97EB160-861D-4217-847C-FA04FDADEDE7}" dt="2024-12-01T04:27:30.145" v="2345" actId="20577"/>
          <ac:spMkLst>
            <pc:docMk/>
            <pc:sldMk cId="3614397561" sldId="386"/>
            <ac:spMk id="3" creationId="{882BE7C1-DD45-E227-0288-5BEEDE96B40A}"/>
          </ac:spMkLst>
        </pc:spChg>
        <pc:spChg chg="mod">
          <ac:chgData name="Parham, Connor" userId="068a24a2-46da-44d7-859e-9a1157bf21aa" providerId="ADAL" clId="{D97EB160-861D-4217-847C-FA04FDADEDE7}" dt="2024-12-01T04:07:14.415" v="433" actId="20577"/>
          <ac:spMkLst>
            <pc:docMk/>
            <pc:sldMk cId="3614397561" sldId="386"/>
            <ac:spMk id="6" creationId="{BF60D4D6-859D-AB94-29B7-3FB5141870C5}"/>
          </ac:spMkLst>
        </pc:spChg>
        <pc:picChg chg="add del mod">
          <ac:chgData name="Parham, Connor" userId="068a24a2-46da-44d7-859e-9a1157bf21aa" providerId="ADAL" clId="{D97EB160-861D-4217-847C-FA04FDADEDE7}" dt="2024-12-02T02:55:27.088" v="5811" actId="478"/>
          <ac:picMkLst>
            <pc:docMk/>
            <pc:sldMk cId="3614397561" sldId="386"/>
            <ac:picMk id="2050" creationId="{73296661-1354-3731-715A-A5D17C61DEB7}"/>
          </ac:picMkLst>
        </pc:picChg>
        <pc:picChg chg="add del">
          <ac:chgData name="Parham, Connor" userId="068a24a2-46da-44d7-859e-9a1157bf21aa" providerId="ADAL" clId="{D97EB160-861D-4217-847C-FA04FDADEDE7}" dt="2024-12-02T02:55:27.088" v="5811" actId="478"/>
          <ac:picMkLst>
            <pc:docMk/>
            <pc:sldMk cId="3614397561" sldId="386"/>
            <ac:picMk id="2052" creationId="{E6A57F8A-858B-28A9-48CF-1943B4943418}"/>
          </ac:picMkLst>
        </pc:picChg>
        <pc:picChg chg="add mod">
          <ac:chgData name="Parham, Connor" userId="068a24a2-46da-44d7-859e-9a1157bf21aa" providerId="ADAL" clId="{D97EB160-861D-4217-847C-FA04FDADEDE7}" dt="2024-12-02T02:55:32.029" v="5813" actId="1076"/>
          <ac:picMkLst>
            <pc:docMk/>
            <pc:sldMk cId="3614397561" sldId="386"/>
            <ac:picMk id="2054" creationId="{15195166-3C6D-A174-F1C6-922818523FDB}"/>
          </ac:picMkLst>
        </pc:picChg>
      </pc:sldChg>
      <pc:sldChg chg="addSp delSp modSp add mod modNotesTx">
        <pc:chgData name="Parham, Connor" userId="068a24a2-46da-44d7-859e-9a1157bf21aa" providerId="ADAL" clId="{D97EB160-861D-4217-847C-FA04FDADEDE7}" dt="2024-12-02T03:15:00.101" v="6199" actId="1076"/>
        <pc:sldMkLst>
          <pc:docMk/>
          <pc:sldMk cId="910003999" sldId="387"/>
        </pc:sldMkLst>
        <pc:spChg chg="mod">
          <ac:chgData name="Parham, Connor" userId="068a24a2-46da-44d7-859e-9a1157bf21aa" providerId="ADAL" clId="{D97EB160-861D-4217-847C-FA04FDADEDE7}" dt="2024-12-01T04:28:35.223" v="2352" actId="20577"/>
          <ac:spMkLst>
            <pc:docMk/>
            <pc:sldMk cId="910003999" sldId="387"/>
            <ac:spMk id="2" creationId="{A41633FD-4E2A-6E46-F7D5-B13CB406557F}"/>
          </ac:spMkLst>
        </pc:spChg>
        <pc:spChg chg="mod">
          <ac:chgData name="Parham, Connor" userId="068a24a2-46da-44d7-859e-9a1157bf21aa" providerId="ADAL" clId="{D97EB160-861D-4217-847C-FA04FDADEDE7}" dt="2024-12-01T04:29:46.756" v="2673" actId="20577"/>
          <ac:spMkLst>
            <pc:docMk/>
            <pc:sldMk cId="910003999" sldId="387"/>
            <ac:spMk id="3" creationId="{F70D4FF8-CC55-E344-7471-EA52952EC802}"/>
          </ac:spMkLst>
        </pc:spChg>
        <pc:spChg chg="mod">
          <ac:chgData name="Parham, Connor" userId="068a24a2-46da-44d7-859e-9a1157bf21aa" providerId="ADAL" clId="{D97EB160-861D-4217-847C-FA04FDADEDE7}" dt="2024-12-01T04:07:18.418" v="442" actId="20577"/>
          <ac:spMkLst>
            <pc:docMk/>
            <pc:sldMk cId="910003999" sldId="387"/>
            <ac:spMk id="6" creationId="{F653FDF0-7A36-0860-EA01-C3BE1E5C2961}"/>
          </ac:spMkLst>
        </pc:spChg>
        <pc:picChg chg="add mod">
          <ac:chgData name="Parham, Connor" userId="068a24a2-46da-44d7-859e-9a1157bf21aa" providerId="ADAL" clId="{D97EB160-861D-4217-847C-FA04FDADEDE7}" dt="2024-12-02T03:15:00.101" v="6199" actId="1076"/>
          <ac:picMkLst>
            <pc:docMk/>
            <pc:sldMk cId="910003999" sldId="387"/>
            <ac:picMk id="4098" creationId="{0DD26B40-0AE1-8FE0-3D77-A1453E2E1447}"/>
          </ac:picMkLst>
        </pc:picChg>
      </pc:sldChg>
      <pc:sldChg chg="modSp add mod ord modNotesTx">
        <pc:chgData name="Parham, Connor" userId="068a24a2-46da-44d7-859e-9a1157bf21aa" providerId="ADAL" clId="{D97EB160-861D-4217-847C-FA04FDADEDE7}" dt="2024-12-01T04:46:36.454" v="4928" actId="20577"/>
        <pc:sldMkLst>
          <pc:docMk/>
          <pc:sldMk cId="1265744385" sldId="388"/>
        </pc:sldMkLst>
      </pc:sldChg>
      <pc:sldChg chg="addSp delSp modSp add mod modNotesTx">
        <pc:chgData name="Parham, Connor" userId="068a24a2-46da-44d7-859e-9a1157bf21aa" providerId="ADAL" clId="{D97EB160-861D-4217-847C-FA04FDADEDE7}" dt="2024-12-02T20:48:08.356" v="8510" actId="20577"/>
        <pc:sldMkLst>
          <pc:docMk/>
          <pc:sldMk cId="1008952233" sldId="389"/>
        </pc:sldMkLst>
        <pc:spChg chg="mod">
          <ac:chgData name="Parham, Connor" userId="068a24a2-46da-44d7-859e-9a1157bf21aa" providerId="ADAL" clId="{D97EB160-861D-4217-847C-FA04FDADEDE7}" dt="2024-12-01T04:35:05.501" v="3572" actId="20577"/>
          <ac:spMkLst>
            <pc:docMk/>
            <pc:sldMk cId="1008952233" sldId="389"/>
            <ac:spMk id="2" creationId="{11ACD5A1-40E6-23F4-341D-E08A22D5EF03}"/>
          </ac:spMkLst>
        </pc:spChg>
        <pc:spChg chg="mod">
          <ac:chgData name="Parham, Connor" userId="068a24a2-46da-44d7-859e-9a1157bf21aa" providerId="ADAL" clId="{D97EB160-861D-4217-847C-FA04FDADEDE7}" dt="2024-12-02T20:48:08.356" v="8510" actId="20577"/>
          <ac:spMkLst>
            <pc:docMk/>
            <pc:sldMk cId="1008952233" sldId="389"/>
            <ac:spMk id="3" creationId="{04B01A79-9C98-8C7E-4072-48E2EEF133DD}"/>
          </ac:spMkLst>
        </pc:spChg>
        <pc:spChg chg="add del mod">
          <ac:chgData name="Parham, Connor" userId="068a24a2-46da-44d7-859e-9a1157bf21aa" providerId="ADAL" clId="{D97EB160-861D-4217-847C-FA04FDADEDE7}" dt="2024-12-02T06:32:12.444" v="6782" actId="478"/>
          <ac:spMkLst>
            <pc:docMk/>
            <pc:sldMk cId="1008952233" sldId="389"/>
            <ac:spMk id="4" creationId="{9073C7E1-42DB-D979-9F35-D04FFA738065}"/>
          </ac:spMkLst>
        </pc:spChg>
        <pc:spChg chg="mod">
          <ac:chgData name="Parham, Connor" userId="068a24a2-46da-44d7-859e-9a1157bf21aa" providerId="ADAL" clId="{D97EB160-861D-4217-847C-FA04FDADEDE7}" dt="2024-12-02T06:36:55.009" v="6817" actId="20577"/>
          <ac:spMkLst>
            <pc:docMk/>
            <pc:sldMk cId="1008952233" sldId="389"/>
            <ac:spMk id="6" creationId="{CDDCAD13-F86D-564B-6627-CA5637090C55}"/>
          </ac:spMkLst>
        </pc:spChg>
        <pc:spChg chg="add mod">
          <ac:chgData name="Parham, Connor" userId="068a24a2-46da-44d7-859e-9a1157bf21aa" providerId="ADAL" clId="{D97EB160-861D-4217-847C-FA04FDADEDE7}" dt="2024-12-02T06:56:06.929" v="7199" actId="20577"/>
          <ac:spMkLst>
            <pc:docMk/>
            <pc:sldMk cId="1008952233" sldId="389"/>
            <ac:spMk id="8" creationId="{F493E678-4BB8-B2CC-0C3B-98B67F3C536D}"/>
          </ac:spMkLst>
        </pc:spChg>
        <pc:graphicFrameChg chg="add mod modGraphic">
          <ac:chgData name="Parham, Connor" userId="068a24a2-46da-44d7-859e-9a1157bf21aa" providerId="ADAL" clId="{D97EB160-861D-4217-847C-FA04FDADEDE7}" dt="2024-12-02T06:34:39.237" v="6799" actId="14100"/>
          <ac:graphicFrameMkLst>
            <pc:docMk/>
            <pc:sldMk cId="1008952233" sldId="389"/>
            <ac:graphicFrameMk id="5" creationId="{1DACC3F1-FBF2-9453-4ADB-B9FCC8C6EF53}"/>
          </ac:graphicFrameMkLst>
        </pc:graphicFrameChg>
        <pc:graphicFrameChg chg="add del mod modGraphic">
          <ac:chgData name="Parham, Connor" userId="068a24a2-46da-44d7-859e-9a1157bf21aa" providerId="ADAL" clId="{D97EB160-861D-4217-847C-FA04FDADEDE7}" dt="2024-12-02T06:56:54.371" v="7201" actId="478"/>
          <ac:graphicFrameMkLst>
            <pc:docMk/>
            <pc:sldMk cId="1008952233" sldId="389"/>
            <ac:graphicFrameMk id="7" creationId="{CE7F82A8-CBD6-6867-FC51-68912C790E8E}"/>
          </ac:graphicFrameMkLst>
        </pc:graphicFrameChg>
        <pc:graphicFrameChg chg="add del mod">
          <ac:chgData name="Parham, Connor" userId="068a24a2-46da-44d7-859e-9a1157bf21aa" providerId="ADAL" clId="{D97EB160-861D-4217-847C-FA04FDADEDE7}" dt="2024-12-02T06:57:25.379" v="7204" actId="478"/>
          <ac:graphicFrameMkLst>
            <pc:docMk/>
            <pc:sldMk cId="1008952233" sldId="389"/>
            <ac:graphicFrameMk id="9" creationId="{9DFE9A78-8DBA-7BB3-64C8-94D49F413B0C}"/>
          </ac:graphicFrameMkLst>
        </pc:graphicFrameChg>
        <pc:graphicFrameChg chg="add mod modGraphic">
          <ac:chgData name="Parham, Connor" userId="068a24a2-46da-44d7-859e-9a1157bf21aa" providerId="ADAL" clId="{D97EB160-861D-4217-847C-FA04FDADEDE7}" dt="2024-12-02T20:45:40.544" v="8432" actId="120"/>
          <ac:graphicFrameMkLst>
            <pc:docMk/>
            <pc:sldMk cId="1008952233" sldId="389"/>
            <ac:graphicFrameMk id="10" creationId="{DA90DA6E-45B4-576F-F392-3F433CD0DDB7}"/>
          </ac:graphicFrameMkLst>
        </pc:graphicFrameChg>
      </pc:sldChg>
      <pc:sldChg chg="addSp delSp modSp mod">
        <pc:chgData name="Parham, Connor" userId="068a24a2-46da-44d7-859e-9a1157bf21aa" providerId="ADAL" clId="{D97EB160-861D-4217-847C-FA04FDADEDE7}" dt="2024-12-02T19:30:12.049" v="7684" actId="57"/>
        <pc:sldMkLst>
          <pc:docMk/>
          <pc:sldMk cId="1563822252" sldId="390"/>
        </pc:sldMkLst>
        <pc:spChg chg="add mod">
          <ac:chgData name="Parham, Connor" userId="068a24a2-46da-44d7-859e-9a1157bf21aa" providerId="ADAL" clId="{D97EB160-861D-4217-847C-FA04FDADEDE7}" dt="2024-12-02T18:29:23.903" v="7651" actId="1076"/>
          <ac:spMkLst>
            <pc:docMk/>
            <pc:sldMk cId="1563822252" sldId="390"/>
            <ac:spMk id="4" creationId="{2D4F1D36-3B31-ABFC-8EAD-BCE84AB2420A}"/>
          </ac:spMkLst>
        </pc:spChg>
        <pc:spChg chg="add mod">
          <ac:chgData name="Parham, Connor" userId="068a24a2-46da-44d7-859e-9a1157bf21aa" providerId="ADAL" clId="{D97EB160-861D-4217-847C-FA04FDADEDE7}" dt="2024-12-02T18:29:23.903" v="7651" actId="1076"/>
          <ac:spMkLst>
            <pc:docMk/>
            <pc:sldMk cId="1563822252" sldId="390"/>
            <ac:spMk id="5" creationId="{53FA1CAD-3A88-AE6A-9061-13A8F5966A5E}"/>
          </ac:spMkLst>
        </pc:spChg>
        <pc:spChg chg="mod">
          <ac:chgData name="Parham, Connor" userId="068a24a2-46da-44d7-859e-9a1157bf21aa" providerId="ADAL" clId="{D97EB160-861D-4217-847C-FA04FDADEDE7}" dt="2024-12-02T19:30:12.049" v="7684" actId="57"/>
          <ac:spMkLst>
            <pc:docMk/>
            <pc:sldMk cId="1563822252" sldId="390"/>
            <ac:spMk id="6" creationId="{201ADA4E-58FE-E4EE-40F6-B81457366B56}"/>
          </ac:spMkLst>
        </pc:spChg>
        <pc:spChg chg="add mod">
          <ac:chgData name="Parham, Connor" userId="068a24a2-46da-44d7-859e-9a1157bf21aa" providerId="ADAL" clId="{D97EB160-861D-4217-847C-FA04FDADEDE7}" dt="2024-12-02T18:29:23.903" v="7651" actId="1076"/>
          <ac:spMkLst>
            <pc:docMk/>
            <pc:sldMk cId="1563822252" sldId="390"/>
            <ac:spMk id="7" creationId="{B2AF6753-04FB-9708-8202-36F610DED7EE}"/>
          </ac:spMkLst>
        </pc:spChg>
        <pc:spChg chg="add mod">
          <ac:chgData name="Parham, Connor" userId="068a24a2-46da-44d7-859e-9a1157bf21aa" providerId="ADAL" clId="{D97EB160-861D-4217-847C-FA04FDADEDE7}" dt="2024-12-02T18:29:23.903" v="7651" actId="1076"/>
          <ac:spMkLst>
            <pc:docMk/>
            <pc:sldMk cId="1563822252" sldId="390"/>
            <ac:spMk id="8" creationId="{E65711DD-4E40-6858-9FE1-2B89688FE0FB}"/>
          </ac:spMkLst>
        </pc:spChg>
        <pc:spChg chg="add mod">
          <ac:chgData name="Parham, Connor" userId="068a24a2-46da-44d7-859e-9a1157bf21aa" providerId="ADAL" clId="{D97EB160-861D-4217-847C-FA04FDADEDE7}" dt="2024-12-02T18:29:23.903" v="7651" actId="1076"/>
          <ac:spMkLst>
            <pc:docMk/>
            <pc:sldMk cId="1563822252" sldId="390"/>
            <ac:spMk id="9" creationId="{16A370AF-71F1-DFB5-700D-DC0EA8F1E330}"/>
          </ac:spMkLst>
        </pc:spChg>
        <pc:spChg chg="add mod">
          <ac:chgData name="Parham, Connor" userId="068a24a2-46da-44d7-859e-9a1157bf21aa" providerId="ADAL" clId="{D97EB160-861D-4217-847C-FA04FDADEDE7}" dt="2024-12-02T18:29:23.903" v="7651" actId="1076"/>
          <ac:spMkLst>
            <pc:docMk/>
            <pc:sldMk cId="1563822252" sldId="390"/>
            <ac:spMk id="10" creationId="{5ADD2E50-092B-1AA1-1A43-9BBCA783EC30}"/>
          </ac:spMkLst>
        </pc:spChg>
        <pc:spChg chg="add mod">
          <ac:chgData name="Parham, Connor" userId="068a24a2-46da-44d7-859e-9a1157bf21aa" providerId="ADAL" clId="{D97EB160-861D-4217-847C-FA04FDADEDE7}" dt="2024-12-02T18:29:53.171" v="7670" actId="1076"/>
          <ac:spMkLst>
            <pc:docMk/>
            <pc:sldMk cId="1563822252" sldId="390"/>
            <ac:spMk id="11" creationId="{0288828D-9F8A-44CA-68AF-6467A1AAD0D8}"/>
          </ac:spMkLst>
        </pc:spChg>
        <pc:spChg chg="del">
          <ac:chgData name="Parham, Connor" userId="068a24a2-46da-44d7-859e-9a1157bf21aa" providerId="ADAL" clId="{D97EB160-861D-4217-847C-FA04FDADEDE7}" dt="2024-12-02T07:07:08.365" v="7392" actId="478"/>
          <ac:spMkLst>
            <pc:docMk/>
            <pc:sldMk cId="1563822252" sldId="390"/>
            <ac:spMk id="11" creationId="{B307A876-E592-CFD7-6EF9-C538FD317140}"/>
          </ac:spMkLst>
        </pc:spChg>
        <pc:spChg chg="del">
          <ac:chgData name="Parham, Connor" userId="068a24a2-46da-44d7-859e-9a1157bf21aa" providerId="ADAL" clId="{D97EB160-861D-4217-847C-FA04FDADEDE7}" dt="2024-12-02T07:07:04.849" v="7391" actId="478"/>
          <ac:spMkLst>
            <pc:docMk/>
            <pc:sldMk cId="1563822252" sldId="390"/>
            <ac:spMk id="12" creationId="{B48167C8-82C8-7088-6EE0-EBD90CE77594}"/>
          </ac:spMkLst>
        </pc:spChg>
        <pc:spChg chg="del">
          <ac:chgData name="Parham, Connor" userId="068a24a2-46da-44d7-859e-9a1157bf21aa" providerId="ADAL" clId="{D97EB160-861D-4217-847C-FA04FDADEDE7}" dt="2024-12-02T07:07:04.849" v="7391" actId="478"/>
          <ac:spMkLst>
            <pc:docMk/>
            <pc:sldMk cId="1563822252" sldId="390"/>
            <ac:spMk id="13" creationId="{CAC59DF8-2C40-ED70-0801-99CB400AAC5F}"/>
          </ac:spMkLst>
        </pc:spChg>
        <pc:spChg chg="del">
          <ac:chgData name="Parham, Connor" userId="068a24a2-46da-44d7-859e-9a1157bf21aa" providerId="ADAL" clId="{D97EB160-861D-4217-847C-FA04FDADEDE7}" dt="2024-12-02T07:07:04.849" v="7391" actId="478"/>
          <ac:spMkLst>
            <pc:docMk/>
            <pc:sldMk cId="1563822252" sldId="390"/>
            <ac:spMk id="14" creationId="{B245D3E5-3B45-5930-1DF3-126B70AAA84E}"/>
          </ac:spMkLst>
        </pc:spChg>
        <pc:spChg chg="del">
          <ac:chgData name="Parham, Connor" userId="068a24a2-46da-44d7-859e-9a1157bf21aa" providerId="ADAL" clId="{D97EB160-861D-4217-847C-FA04FDADEDE7}" dt="2024-12-02T07:07:08.365" v="7392" actId="478"/>
          <ac:spMkLst>
            <pc:docMk/>
            <pc:sldMk cId="1563822252" sldId="390"/>
            <ac:spMk id="15" creationId="{A5913330-0EDB-196A-3C02-06443455CA32}"/>
          </ac:spMkLst>
        </pc:spChg>
        <pc:spChg chg="add mod">
          <ac:chgData name="Parham, Connor" userId="068a24a2-46da-44d7-859e-9a1157bf21aa" providerId="ADAL" clId="{D97EB160-861D-4217-847C-FA04FDADEDE7}" dt="2024-12-02T18:29:23.903" v="7651" actId="1076"/>
          <ac:spMkLst>
            <pc:docMk/>
            <pc:sldMk cId="1563822252" sldId="390"/>
            <ac:spMk id="16" creationId="{46859CCB-554D-24E8-07A7-74DC0A851ED1}"/>
          </ac:spMkLst>
        </pc:spChg>
        <pc:spChg chg="add del">
          <ac:chgData name="Parham, Connor" userId="068a24a2-46da-44d7-859e-9a1157bf21aa" providerId="ADAL" clId="{D97EB160-861D-4217-847C-FA04FDADEDE7}" dt="2024-12-02T16:38:24.906" v="7520" actId="22"/>
          <ac:spMkLst>
            <pc:docMk/>
            <pc:sldMk cId="1563822252" sldId="390"/>
            <ac:spMk id="19" creationId="{F0F2BFC0-1594-3DC4-7E00-5B58D6C7B733}"/>
          </ac:spMkLst>
        </pc:spChg>
        <pc:cxnChg chg="del mod">
          <ac:chgData name="Parham, Connor" userId="068a24a2-46da-44d7-859e-9a1157bf21aa" providerId="ADAL" clId="{D97EB160-861D-4217-847C-FA04FDADEDE7}" dt="2024-12-02T07:07:04.849" v="7391" actId="478"/>
          <ac:cxnSpMkLst>
            <pc:docMk/>
            <pc:sldMk cId="1563822252" sldId="390"/>
            <ac:cxnSpMk id="17" creationId="{93191F2A-1476-873E-1F74-5A019DD972DB}"/>
          </ac:cxnSpMkLst>
        </pc:cxnChg>
        <pc:cxnChg chg="del mod">
          <ac:chgData name="Parham, Connor" userId="068a24a2-46da-44d7-859e-9a1157bf21aa" providerId="ADAL" clId="{D97EB160-861D-4217-847C-FA04FDADEDE7}" dt="2024-12-02T07:07:04.849" v="7391" actId="478"/>
          <ac:cxnSpMkLst>
            <pc:docMk/>
            <pc:sldMk cId="1563822252" sldId="390"/>
            <ac:cxnSpMk id="20" creationId="{FD9D1D16-4E3D-6B95-BB5E-2278BC5688FA}"/>
          </ac:cxnSpMkLst>
        </pc:cxnChg>
        <pc:cxnChg chg="add mod">
          <ac:chgData name="Parham, Connor" userId="068a24a2-46da-44d7-859e-9a1157bf21aa" providerId="ADAL" clId="{D97EB160-861D-4217-847C-FA04FDADEDE7}" dt="2024-12-02T18:29:23.903" v="7651" actId="1076"/>
          <ac:cxnSpMkLst>
            <pc:docMk/>
            <pc:sldMk cId="1563822252" sldId="390"/>
            <ac:cxnSpMk id="22" creationId="{0B9E831E-210C-4657-7763-0F2978F83A4E}"/>
          </ac:cxnSpMkLst>
        </pc:cxnChg>
        <pc:cxnChg chg="del mod">
          <ac:chgData name="Parham, Connor" userId="068a24a2-46da-44d7-859e-9a1157bf21aa" providerId="ADAL" clId="{D97EB160-861D-4217-847C-FA04FDADEDE7}" dt="2024-12-02T07:07:04.849" v="7391" actId="478"/>
          <ac:cxnSpMkLst>
            <pc:docMk/>
            <pc:sldMk cId="1563822252" sldId="390"/>
            <ac:cxnSpMk id="23" creationId="{FACC6D48-C11B-9C03-56DF-F53611F84306}"/>
          </ac:cxnSpMkLst>
        </pc:cxnChg>
        <pc:cxnChg chg="del mod">
          <ac:chgData name="Parham, Connor" userId="068a24a2-46da-44d7-859e-9a1157bf21aa" providerId="ADAL" clId="{D97EB160-861D-4217-847C-FA04FDADEDE7}" dt="2024-12-02T07:07:04.849" v="7391" actId="478"/>
          <ac:cxnSpMkLst>
            <pc:docMk/>
            <pc:sldMk cId="1563822252" sldId="390"/>
            <ac:cxnSpMk id="26" creationId="{F4D6C3D3-21AA-C84A-54AF-55E53E56D5F2}"/>
          </ac:cxnSpMkLst>
        </pc:cxnChg>
        <pc:cxnChg chg="add mod">
          <ac:chgData name="Parham, Connor" userId="068a24a2-46da-44d7-859e-9a1157bf21aa" providerId="ADAL" clId="{D97EB160-861D-4217-847C-FA04FDADEDE7}" dt="2024-12-02T18:29:23.903" v="7651" actId="1076"/>
          <ac:cxnSpMkLst>
            <pc:docMk/>
            <pc:sldMk cId="1563822252" sldId="390"/>
            <ac:cxnSpMk id="27" creationId="{5FE696B6-DEC7-B512-24B7-E183A0949513}"/>
          </ac:cxnSpMkLst>
        </pc:cxnChg>
        <pc:cxnChg chg="add mod">
          <ac:chgData name="Parham, Connor" userId="068a24a2-46da-44d7-859e-9a1157bf21aa" providerId="ADAL" clId="{D97EB160-861D-4217-847C-FA04FDADEDE7}" dt="2024-12-02T18:29:23.903" v="7651" actId="1076"/>
          <ac:cxnSpMkLst>
            <pc:docMk/>
            <pc:sldMk cId="1563822252" sldId="390"/>
            <ac:cxnSpMk id="30" creationId="{B0F53D71-29AB-74D8-BD3C-58669ED73A38}"/>
          </ac:cxnSpMkLst>
        </pc:cxnChg>
        <pc:cxnChg chg="add mod">
          <ac:chgData name="Parham, Connor" userId="068a24a2-46da-44d7-859e-9a1157bf21aa" providerId="ADAL" clId="{D97EB160-861D-4217-847C-FA04FDADEDE7}" dt="2024-12-02T18:29:23.903" v="7651" actId="1076"/>
          <ac:cxnSpMkLst>
            <pc:docMk/>
            <pc:sldMk cId="1563822252" sldId="390"/>
            <ac:cxnSpMk id="33" creationId="{4C1124BE-2844-56BA-5268-D5AE9A28858C}"/>
          </ac:cxnSpMkLst>
        </pc:cxnChg>
        <pc:cxnChg chg="add mod">
          <ac:chgData name="Parham, Connor" userId="068a24a2-46da-44d7-859e-9a1157bf21aa" providerId="ADAL" clId="{D97EB160-861D-4217-847C-FA04FDADEDE7}" dt="2024-12-02T18:29:23.903" v="7651" actId="1076"/>
          <ac:cxnSpMkLst>
            <pc:docMk/>
            <pc:sldMk cId="1563822252" sldId="390"/>
            <ac:cxnSpMk id="36" creationId="{B17D172E-09BF-E28B-677C-AB2C8A5E4359}"/>
          </ac:cxnSpMkLst>
        </pc:cxnChg>
        <pc:cxnChg chg="add mod">
          <ac:chgData name="Parham, Connor" userId="068a24a2-46da-44d7-859e-9a1157bf21aa" providerId="ADAL" clId="{D97EB160-861D-4217-847C-FA04FDADEDE7}" dt="2024-12-02T18:29:23.903" v="7651" actId="1076"/>
          <ac:cxnSpMkLst>
            <pc:docMk/>
            <pc:sldMk cId="1563822252" sldId="390"/>
            <ac:cxnSpMk id="40" creationId="{DA9370EF-F309-4351-C2ED-8F0023688105}"/>
          </ac:cxnSpMkLst>
        </pc:cxnChg>
        <pc:cxnChg chg="add del mod">
          <ac:chgData name="Parham, Connor" userId="068a24a2-46da-44d7-859e-9a1157bf21aa" providerId="ADAL" clId="{D97EB160-861D-4217-847C-FA04FDADEDE7}" dt="2024-12-02T16:44:23.201" v="7635" actId="478"/>
          <ac:cxnSpMkLst>
            <pc:docMk/>
            <pc:sldMk cId="1563822252" sldId="390"/>
            <ac:cxnSpMk id="43" creationId="{D6DEE9EC-790E-3A15-3C80-BEDD6E73E7AC}"/>
          </ac:cxnSpMkLst>
        </pc:cxnChg>
        <pc:cxnChg chg="add mod">
          <ac:chgData name="Parham, Connor" userId="068a24a2-46da-44d7-859e-9a1157bf21aa" providerId="ADAL" clId="{D97EB160-861D-4217-847C-FA04FDADEDE7}" dt="2024-12-02T18:29:23.903" v="7651" actId="1076"/>
          <ac:cxnSpMkLst>
            <pc:docMk/>
            <pc:sldMk cId="1563822252" sldId="390"/>
            <ac:cxnSpMk id="46" creationId="{E373B457-4B6A-B834-72F6-40CEBF73A436}"/>
          </ac:cxnSpMkLst>
        </pc:cxnChg>
        <pc:cxnChg chg="add mod">
          <ac:chgData name="Parham, Connor" userId="068a24a2-46da-44d7-859e-9a1157bf21aa" providerId="ADAL" clId="{D97EB160-861D-4217-847C-FA04FDADEDE7}" dt="2024-12-02T18:29:23.903" v="7651" actId="1076"/>
          <ac:cxnSpMkLst>
            <pc:docMk/>
            <pc:sldMk cId="1563822252" sldId="390"/>
            <ac:cxnSpMk id="50" creationId="{8FA47298-38E7-F024-CC4C-F4EB22E5301A}"/>
          </ac:cxnSpMkLst>
        </pc:cxnChg>
      </pc:sldChg>
      <pc:sldChg chg="addSp delSp modSp mod modNotesTx">
        <pc:chgData name="Parham, Connor" userId="068a24a2-46da-44d7-859e-9a1157bf21aa" providerId="ADAL" clId="{D97EB160-861D-4217-847C-FA04FDADEDE7}" dt="2024-12-02T03:43:25.361" v="6781"/>
        <pc:sldMkLst>
          <pc:docMk/>
          <pc:sldMk cId="3478402976" sldId="392"/>
        </pc:sldMkLst>
        <pc:spChg chg="add mod">
          <ac:chgData name="Parham, Connor" userId="068a24a2-46da-44d7-859e-9a1157bf21aa" providerId="ADAL" clId="{D97EB160-861D-4217-847C-FA04FDADEDE7}" dt="2024-12-02T03:37:03.470" v="6544" actId="1076"/>
          <ac:spMkLst>
            <pc:docMk/>
            <pc:sldMk cId="3478402976" sldId="392"/>
            <ac:spMk id="4" creationId="{1FB08FE1-340C-0B15-B9DF-4FAD84412514}"/>
          </ac:spMkLst>
        </pc:spChg>
        <pc:spChg chg="mod">
          <ac:chgData name="Parham, Connor" userId="068a24a2-46da-44d7-859e-9a1157bf21aa" providerId="ADAL" clId="{D97EB160-861D-4217-847C-FA04FDADEDE7}" dt="2024-12-02T03:30:31.455" v="6242" actId="20577"/>
          <ac:spMkLst>
            <pc:docMk/>
            <pc:sldMk cId="3478402976" sldId="392"/>
            <ac:spMk id="6" creationId="{F15B8470-502D-718F-F29A-5A93CF6B0D39}"/>
          </ac:spMkLst>
        </pc:spChg>
        <pc:spChg chg="del">
          <ac:chgData name="Parham, Connor" userId="068a24a2-46da-44d7-859e-9a1157bf21aa" providerId="ADAL" clId="{D97EB160-861D-4217-847C-FA04FDADEDE7}" dt="2024-12-02T03:33:39.234" v="6398" actId="478"/>
          <ac:spMkLst>
            <pc:docMk/>
            <pc:sldMk cId="3478402976" sldId="392"/>
            <ac:spMk id="8" creationId="{13E9FBF0-F39B-48C0-B2AA-A76FFB4B741D}"/>
          </ac:spMkLst>
        </pc:spChg>
        <pc:spChg chg="mod">
          <ac:chgData name="Parham, Connor" userId="068a24a2-46da-44d7-859e-9a1157bf21aa" providerId="ADAL" clId="{D97EB160-861D-4217-847C-FA04FDADEDE7}" dt="2024-12-02T03:34:54.855" v="6510" actId="20577"/>
          <ac:spMkLst>
            <pc:docMk/>
            <pc:sldMk cId="3478402976" sldId="392"/>
            <ac:spMk id="10" creationId="{A1C65A49-8691-E020-EEA0-D53BD491B39E}"/>
          </ac:spMkLst>
        </pc:spChg>
        <pc:spChg chg="mod">
          <ac:chgData name="Parham, Connor" userId="068a24a2-46da-44d7-859e-9a1157bf21aa" providerId="ADAL" clId="{D97EB160-861D-4217-847C-FA04FDADEDE7}" dt="2024-12-02T03:30:18.869" v="6217" actId="20577"/>
          <ac:spMkLst>
            <pc:docMk/>
            <pc:sldMk cId="3478402976" sldId="392"/>
            <ac:spMk id="12" creationId="{AC8489D9-5291-38DF-77BD-7B6FDF9E27B8}"/>
          </ac:spMkLst>
        </pc:spChg>
        <pc:picChg chg="add mod">
          <ac:chgData name="Parham, Connor" userId="068a24a2-46da-44d7-859e-9a1157bf21aa" providerId="ADAL" clId="{D97EB160-861D-4217-847C-FA04FDADEDE7}" dt="2024-12-02T03:37:10.954" v="6545" actId="208"/>
          <ac:picMkLst>
            <pc:docMk/>
            <pc:sldMk cId="3478402976" sldId="392"/>
            <ac:picMk id="3" creationId="{F9111F49-A0C4-D799-03F0-2EFD3EC2F9AC}"/>
          </ac:picMkLst>
        </pc:picChg>
      </pc:sldChg>
      <pc:sldChg chg="modSp mod modNotesTx">
        <pc:chgData name="Parham, Connor" userId="068a24a2-46da-44d7-859e-9a1157bf21aa" providerId="ADAL" clId="{D97EB160-861D-4217-847C-FA04FDADEDE7}" dt="2024-12-04T18:54:45.190" v="8692" actId="14100"/>
        <pc:sldMkLst>
          <pc:docMk/>
          <pc:sldMk cId="3790137568" sldId="398"/>
        </pc:sldMkLst>
        <pc:spChg chg="mod">
          <ac:chgData name="Parham, Connor" userId="068a24a2-46da-44d7-859e-9a1157bf21aa" providerId="ADAL" clId="{D97EB160-861D-4217-847C-FA04FDADEDE7}" dt="2024-12-02T19:27:26.033" v="7673" actId="57"/>
          <ac:spMkLst>
            <pc:docMk/>
            <pc:sldMk cId="3790137568" sldId="398"/>
            <ac:spMk id="2" creationId="{5140C6B6-0DDD-F0AC-6458-12A7339CC050}"/>
          </ac:spMkLst>
        </pc:spChg>
        <pc:spChg chg="mod">
          <ac:chgData name="Parham, Connor" userId="068a24a2-46da-44d7-859e-9a1157bf21aa" providerId="ADAL" clId="{D97EB160-861D-4217-847C-FA04FDADEDE7}" dt="2024-12-04T18:54:45.190" v="8692" actId="14100"/>
          <ac:spMkLst>
            <pc:docMk/>
            <pc:sldMk cId="3790137568" sldId="398"/>
            <ac:spMk id="7" creationId="{A279748E-6F3A-6CCB-1F3F-888018FED4BB}"/>
          </ac:spMkLst>
        </pc:spChg>
      </pc:sldChg>
      <pc:sldChg chg="modSp mod modNotesTx">
        <pc:chgData name="Parham, Connor" userId="068a24a2-46da-44d7-859e-9a1157bf21aa" providerId="ADAL" clId="{D97EB160-861D-4217-847C-FA04FDADEDE7}" dt="2024-12-02T20:28:15.152" v="8090" actId="20577"/>
        <pc:sldMkLst>
          <pc:docMk/>
          <pc:sldMk cId="1607528716" sldId="402"/>
        </pc:sldMkLst>
        <pc:spChg chg="mod">
          <ac:chgData name="Parham, Connor" userId="068a24a2-46da-44d7-859e-9a1157bf21aa" providerId="ADAL" clId="{D97EB160-861D-4217-847C-FA04FDADEDE7}" dt="2024-12-02T20:28:15.152" v="8090" actId="20577"/>
          <ac:spMkLst>
            <pc:docMk/>
            <pc:sldMk cId="1607528716" sldId="402"/>
            <ac:spMk id="3" creationId="{522076CC-F42D-591A-578B-B07D0B11512E}"/>
          </ac:spMkLst>
        </pc:spChg>
        <pc:picChg chg="mod">
          <ac:chgData name="Parham, Connor" userId="068a24a2-46da-44d7-859e-9a1157bf21aa" providerId="ADAL" clId="{D97EB160-861D-4217-847C-FA04FDADEDE7}" dt="2024-12-02T20:23:53.949" v="7788" actId="1076"/>
          <ac:picMkLst>
            <pc:docMk/>
            <pc:sldMk cId="1607528716" sldId="402"/>
            <ac:picMk id="7" creationId="{66A64EE7-A709-7849-A8FB-9A6868F6AC68}"/>
          </ac:picMkLst>
        </pc:picChg>
      </pc:sldChg>
      <pc:sldChg chg="addSp delSp modSp add mod modNotesTx">
        <pc:chgData name="Parham, Connor" userId="068a24a2-46da-44d7-859e-9a1157bf21aa" providerId="ADAL" clId="{D97EB160-861D-4217-847C-FA04FDADEDE7}" dt="2024-12-02T20:40:41.897" v="8181" actId="1076"/>
        <pc:sldMkLst>
          <pc:docMk/>
          <pc:sldMk cId="1569179534" sldId="403"/>
        </pc:sldMkLst>
        <pc:spChg chg="mod">
          <ac:chgData name="Parham, Connor" userId="068a24a2-46da-44d7-859e-9a1157bf21aa" providerId="ADAL" clId="{D97EB160-861D-4217-847C-FA04FDADEDE7}" dt="2024-12-02T07:06:09.229" v="7362" actId="1076"/>
          <ac:spMkLst>
            <pc:docMk/>
            <pc:sldMk cId="1569179534" sldId="403"/>
            <ac:spMk id="2" creationId="{C6D4EF8F-F77E-93E6-7B6A-DC8B7DADFB5A}"/>
          </ac:spMkLst>
        </pc:spChg>
        <pc:spChg chg="mod">
          <ac:chgData name="Parham, Connor" userId="068a24a2-46da-44d7-859e-9a1157bf21aa" providerId="ADAL" clId="{D97EB160-861D-4217-847C-FA04FDADEDE7}" dt="2024-12-02T20:40:04.846" v="8175" actId="1076"/>
          <ac:spMkLst>
            <pc:docMk/>
            <pc:sldMk cId="1569179534" sldId="403"/>
            <ac:spMk id="3" creationId="{2DD3D467-6BB9-503F-5FA7-C34F0444FB2A}"/>
          </ac:spMkLst>
        </pc:spChg>
        <pc:spChg chg="mod">
          <ac:chgData name="Parham, Connor" userId="068a24a2-46da-44d7-859e-9a1157bf21aa" providerId="ADAL" clId="{D97EB160-861D-4217-847C-FA04FDADEDE7}" dt="2024-12-02T19:29:53.433" v="7682" actId="1076"/>
          <ac:spMkLst>
            <pc:docMk/>
            <pc:sldMk cId="1569179534" sldId="403"/>
            <ac:spMk id="6" creationId="{8296D725-4392-E175-30A2-1C1AFC0BD68A}"/>
          </ac:spMkLst>
        </pc:spChg>
        <pc:picChg chg="add mod modCrop">
          <ac:chgData name="Parham, Connor" userId="068a24a2-46da-44d7-859e-9a1157bf21aa" providerId="ADAL" clId="{D97EB160-861D-4217-847C-FA04FDADEDE7}" dt="2024-12-02T20:40:41.897" v="8181" actId="1076"/>
          <ac:picMkLst>
            <pc:docMk/>
            <pc:sldMk cId="1569179534" sldId="403"/>
            <ac:picMk id="5" creationId="{093D5E33-F788-D77F-3CBD-0D8B3FE42C58}"/>
          </ac:picMkLst>
        </pc:picChg>
        <pc:picChg chg="del">
          <ac:chgData name="Parham, Connor" userId="068a24a2-46da-44d7-859e-9a1157bf21aa" providerId="ADAL" clId="{D97EB160-861D-4217-847C-FA04FDADEDE7}" dt="2024-12-02T06:55:06.829" v="7164" actId="478"/>
          <ac:picMkLst>
            <pc:docMk/>
            <pc:sldMk cId="1569179534" sldId="403"/>
            <ac:picMk id="1028" creationId="{EE7AE23E-A3A7-A7BF-4DF4-3CC0C9F8C141}"/>
          </ac:picMkLst>
        </pc:picChg>
      </pc:sldChg>
      <pc:sldChg chg="addSp modSp mod">
        <pc:chgData name="Parham, Connor" userId="068a24a2-46da-44d7-859e-9a1157bf21aa" providerId="ADAL" clId="{D97EB160-861D-4217-847C-FA04FDADEDE7}" dt="2024-12-02T21:28:44.771" v="8681" actId="1076"/>
        <pc:sldMkLst>
          <pc:docMk/>
          <pc:sldMk cId="2534912272" sldId="405"/>
        </pc:sldMkLst>
        <pc:spChg chg="mod">
          <ac:chgData name="Parham, Connor" userId="068a24a2-46da-44d7-859e-9a1157bf21aa" providerId="ADAL" clId="{D97EB160-861D-4217-847C-FA04FDADEDE7}" dt="2024-12-02T21:28:15.954" v="8680" actId="1076"/>
          <ac:spMkLst>
            <pc:docMk/>
            <pc:sldMk cId="2534912272" sldId="405"/>
            <ac:spMk id="10" creationId="{3392AEAA-6789-98AC-8195-6254D1F3348A}"/>
          </ac:spMkLst>
        </pc:spChg>
        <pc:spChg chg="mod">
          <ac:chgData name="Parham, Connor" userId="068a24a2-46da-44d7-859e-9a1157bf21aa" providerId="ADAL" clId="{D97EB160-861D-4217-847C-FA04FDADEDE7}" dt="2024-12-02T21:27:20.161" v="8672" actId="1076"/>
          <ac:spMkLst>
            <pc:docMk/>
            <pc:sldMk cId="2534912272" sldId="405"/>
            <ac:spMk id="11" creationId="{1BA10530-A7AA-EFD0-C67F-FBF64E10F79B}"/>
          </ac:spMkLst>
        </pc:spChg>
        <pc:spChg chg="mod">
          <ac:chgData name="Parham, Connor" userId="068a24a2-46da-44d7-859e-9a1157bf21aa" providerId="ADAL" clId="{D97EB160-861D-4217-847C-FA04FDADEDE7}" dt="2024-12-02T21:28:12.280" v="8679" actId="1076"/>
          <ac:spMkLst>
            <pc:docMk/>
            <pc:sldMk cId="2534912272" sldId="405"/>
            <ac:spMk id="13" creationId="{733D0DE3-7CD3-4ABF-8553-6E7DD192D51E}"/>
          </ac:spMkLst>
        </pc:spChg>
        <pc:picChg chg="mod">
          <ac:chgData name="Parham, Connor" userId="068a24a2-46da-44d7-859e-9a1157bf21aa" providerId="ADAL" clId="{D97EB160-861D-4217-847C-FA04FDADEDE7}" dt="2024-12-02T21:27:42.844" v="8677" actId="1076"/>
          <ac:picMkLst>
            <pc:docMk/>
            <pc:sldMk cId="2534912272" sldId="405"/>
            <ac:picMk id="4" creationId="{4C153A9C-460D-85F5-E6BD-1091F3C0D2C5}"/>
          </ac:picMkLst>
        </pc:picChg>
        <pc:picChg chg="mod">
          <ac:chgData name="Parham, Connor" userId="068a24a2-46da-44d7-859e-9a1157bf21aa" providerId="ADAL" clId="{D97EB160-861D-4217-847C-FA04FDADEDE7}" dt="2024-12-02T21:28:44.771" v="8681" actId="1076"/>
          <ac:picMkLst>
            <pc:docMk/>
            <pc:sldMk cId="2534912272" sldId="405"/>
            <ac:picMk id="5" creationId="{A830F96F-21E1-9C52-0245-46D4305B6C32}"/>
          </ac:picMkLst>
        </pc:picChg>
        <pc:picChg chg="mod">
          <ac:chgData name="Parham, Connor" userId="068a24a2-46da-44d7-859e-9a1157bf21aa" providerId="ADAL" clId="{D97EB160-861D-4217-847C-FA04FDADEDE7}" dt="2024-12-02T21:27:20.161" v="8672" actId="1076"/>
          <ac:picMkLst>
            <pc:docMk/>
            <pc:sldMk cId="2534912272" sldId="405"/>
            <ac:picMk id="6" creationId="{6EF995B2-4417-2CE1-05D6-61E13B6CCAD5}"/>
          </ac:picMkLst>
        </pc:picChg>
        <pc:cxnChg chg="add mod">
          <ac:chgData name="Parham, Connor" userId="068a24a2-46da-44d7-859e-9a1157bf21aa" providerId="ADAL" clId="{D97EB160-861D-4217-847C-FA04FDADEDE7}" dt="2024-12-02T21:26:51.681" v="8668" actId="208"/>
          <ac:cxnSpMkLst>
            <pc:docMk/>
            <pc:sldMk cId="2534912272" sldId="405"/>
            <ac:cxnSpMk id="3" creationId="{61E2216C-010C-B183-3FF4-22E712E84FF7}"/>
          </ac:cxnSpMkLst>
        </pc:cxnChg>
        <pc:cxnChg chg="add mod">
          <ac:chgData name="Parham, Connor" userId="068a24a2-46da-44d7-859e-9a1157bf21aa" providerId="ADAL" clId="{D97EB160-861D-4217-847C-FA04FDADEDE7}" dt="2024-12-02T21:26:51.681" v="8668" actId="208"/>
          <ac:cxnSpMkLst>
            <pc:docMk/>
            <pc:sldMk cId="2534912272" sldId="405"/>
            <ac:cxnSpMk id="15" creationId="{844ECB96-EC91-C39F-21A7-7155D48033A2}"/>
          </ac:cxnSpMkLst>
        </pc:cxnChg>
      </pc:sldChg>
      <pc:sldChg chg="addSp modSp mod">
        <pc:chgData name="Parham, Connor" userId="068a24a2-46da-44d7-859e-9a1157bf21aa" providerId="ADAL" clId="{D97EB160-861D-4217-847C-FA04FDADEDE7}" dt="2024-12-02T21:41:34.213" v="8691" actId="1076"/>
        <pc:sldMkLst>
          <pc:docMk/>
          <pc:sldMk cId="4187723455" sldId="407"/>
        </pc:sldMkLst>
        <pc:graphicFrameChg chg="mod">
          <ac:chgData name="Parham, Connor" userId="068a24a2-46da-44d7-859e-9a1157bf21aa" providerId="ADAL" clId="{D97EB160-861D-4217-847C-FA04FDADEDE7}" dt="2024-12-02T21:00:51.900" v="8653"/>
          <ac:graphicFrameMkLst>
            <pc:docMk/>
            <pc:sldMk cId="4187723455" sldId="407"/>
            <ac:graphicFrameMk id="1066" creationId="{9D8BE87A-8DD9-65F6-C1DA-F180A880B5F9}"/>
          </ac:graphicFrameMkLst>
        </pc:graphicFrameChg>
        <pc:cxnChg chg="add mod">
          <ac:chgData name="Parham, Connor" userId="068a24a2-46da-44d7-859e-9a1157bf21aa" providerId="ADAL" clId="{D97EB160-861D-4217-847C-FA04FDADEDE7}" dt="2024-12-02T21:00:40.776" v="8652" actId="208"/>
          <ac:cxnSpMkLst>
            <pc:docMk/>
            <pc:sldMk cId="4187723455" sldId="407"/>
            <ac:cxnSpMk id="5" creationId="{ED5DF1A3-3140-E2B0-CFE7-768895F28A7A}"/>
          </ac:cxnSpMkLst>
        </pc:cxnChg>
        <pc:cxnChg chg="add mod">
          <ac:chgData name="Parham, Connor" userId="068a24a2-46da-44d7-859e-9a1157bf21aa" providerId="ADAL" clId="{D97EB160-861D-4217-847C-FA04FDADEDE7}" dt="2024-12-02T21:00:40.776" v="8652" actId="208"/>
          <ac:cxnSpMkLst>
            <pc:docMk/>
            <pc:sldMk cId="4187723455" sldId="407"/>
            <ac:cxnSpMk id="8" creationId="{2150470C-74AB-7ACA-0A79-6868D8FD6028}"/>
          </ac:cxnSpMkLst>
        </pc:cxnChg>
        <pc:cxnChg chg="add mod">
          <ac:chgData name="Parham, Connor" userId="068a24a2-46da-44d7-859e-9a1157bf21aa" providerId="ADAL" clId="{D97EB160-861D-4217-847C-FA04FDADEDE7}" dt="2024-12-02T21:41:34.213" v="8691" actId="1076"/>
          <ac:cxnSpMkLst>
            <pc:docMk/>
            <pc:sldMk cId="4187723455" sldId="407"/>
            <ac:cxnSpMk id="13" creationId="{D9A9BEB4-875D-D9A7-6B79-D85C64366522}"/>
          </ac:cxnSpMkLst>
        </pc:cxnChg>
        <pc:cxnChg chg="add mod">
          <ac:chgData name="Parham, Connor" userId="068a24a2-46da-44d7-859e-9a1157bf21aa" providerId="ADAL" clId="{D97EB160-861D-4217-847C-FA04FDADEDE7}" dt="2024-12-02T21:41:15.333" v="8688" actId="1076"/>
          <ac:cxnSpMkLst>
            <pc:docMk/>
            <pc:sldMk cId="4187723455" sldId="407"/>
            <ac:cxnSpMk id="15" creationId="{A14B39B8-564D-94DA-AA21-66AC295904D0}"/>
          </ac:cxnSpMkLst>
        </pc:cxnChg>
        <pc:cxnChg chg="add mod">
          <ac:chgData name="Parham, Connor" userId="068a24a2-46da-44d7-859e-9a1157bf21aa" providerId="ADAL" clId="{D97EB160-861D-4217-847C-FA04FDADEDE7}" dt="2024-12-02T21:41:20.786" v="8690" actId="1076"/>
          <ac:cxnSpMkLst>
            <pc:docMk/>
            <pc:sldMk cId="4187723455" sldId="407"/>
            <ac:cxnSpMk id="16" creationId="{228E1DF9-1685-2B47-827A-BD7578E34968}"/>
          </ac:cxnSpMkLst>
        </pc:cxnChg>
      </pc:sldChg>
      <pc:sldChg chg="addSp delSp modSp add mod">
        <pc:chgData name="Parham, Connor" userId="068a24a2-46da-44d7-859e-9a1157bf21aa" providerId="ADAL" clId="{D97EB160-861D-4217-847C-FA04FDADEDE7}" dt="2024-12-02T20:52:36.668" v="8544" actId="13926"/>
        <pc:sldMkLst>
          <pc:docMk/>
          <pc:sldMk cId="1761867332" sldId="408"/>
        </pc:sldMkLst>
        <pc:spChg chg="del">
          <ac:chgData name="Parham, Connor" userId="068a24a2-46da-44d7-859e-9a1157bf21aa" providerId="ADAL" clId="{D97EB160-861D-4217-847C-FA04FDADEDE7}" dt="2024-12-02T16:33:46.877" v="7397" actId="478"/>
          <ac:spMkLst>
            <pc:docMk/>
            <pc:sldMk cId="1761867332" sldId="408"/>
            <ac:spMk id="2" creationId="{706183B9-11DC-4FDF-09DB-DE18400A5C72}"/>
          </ac:spMkLst>
        </pc:spChg>
        <pc:spChg chg="del">
          <ac:chgData name="Parham, Connor" userId="068a24a2-46da-44d7-859e-9a1157bf21aa" providerId="ADAL" clId="{D97EB160-861D-4217-847C-FA04FDADEDE7}" dt="2024-12-02T16:33:46.877" v="7397" actId="478"/>
          <ac:spMkLst>
            <pc:docMk/>
            <pc:sldMk cId="1761867332" sldId="408"/>
            <ac:spMk id="3" creationId="{11959589-6748-E357-DCD1-49664A2B5A34}"/>
          </ac:spMkLst>
        </pc:spChg>
        <pc:spChg chg="add del mod">
          <ac:chgData name="Parham, Connor" userId="068a24a2-46da-44d7-859e-9a1157bf21aa" providerId="ADAL" clId="{D97EB160-861D-4217-847C-FA04FDADEDE7}" dt="2024-12-02T16:33:49.713" v="7398" actId="21"/>
          <ac:spMkLst>
            <pc:docMk/>
            <pc:sldMk cId="1761867332" sldId="408"/>
            <ac:spMk id="7" creationId="{1144FB3D-1C5A-C9C0-987A-1A2C360EE3E9}"/>
          </ac:spMkLst>
        </pc:spChg>
        <pc:spChg chg="del">
          <ac:chgData name="Parham, Connor" userId="068a24a2-46da-44d7-859e-9a1157bf21aa" providerId="ADAL" clId="{D97EB160-861D-4217-847C-FA04FDADEDE7}" dt="2024-12-02T16:33:46.877" v="7397" actId="478"/>
          <ac:spMkLst>
            <pc:docMk/>
            <pc:sldMk cId="1761867332" sldId="408"/>
            <ac:spMk id="8" creationId="{5726AA11-584D-AA94-1E0F-7173C128B16D}"/>
          </ac:spMkLst>
        </pc:spChg>
        <pc:spChg chg="add del mod">
          <ac:chgData name="Parham, Connor" userId="068a24a2-46da-44d7-859e-9a1157bf21aa" providerId="ADAL" clId="{D97EB160-861D-4217-847C-FA04FDADEDE7}" dt="2024-12-02T16:33:49.713" v="7398" actId="21"/>
          <ac:spMkLst>
            <pc:docMk/>
            <pc:sldMk cId="1761867332" sldId="408"/>
            <ac:spMk id="11" creationId="{CDDEA137-3C1E-B6AA-9C68-7E0FCEF863E6}"/>
          </ac:spMkLst>
        </pc:spChg>
        <pc:spChg chg="add mod">
          <ac:chgData name="Parham, Connor" userId="068a24a2-46da-44d7-859e-9a1157bf21aa" providerId="ADAL" clId="{D97EB160-861D-4217-847C-FA04FDADEDE7}" dt="2024-12-02T16:33:50.862" v="7399"/>
          <ac:spMkLst>
            <pc:docMk/>
            <pc:sldMk cId="1761867332" sldId="408"/>
            <ac:spMk id="12" creationId="{1144FB3D-1C5A-C9C0-987A-1A2C360EE3E9}"/>
          </ac:spMkLst>
        </pc:spChg>
        <pc:spChg chg="add mod">
          <ac:chgData name="Parham, Connor" userId="068a24a2-46da-44d7-859e-9a1157bf21aa" providerId="ADAL" clId="{D97EB160-861D-4217-847C-FA04FDADEDE7}" dt="2024-12-02T16:33:50.862" v="7399"/>
          <ac:spMkLst>
            <pc:docMk/>
            <pc:sldMk cId="1761867332" sldId="408"/>
            <ac:spMk id="13" creationId="{CDDEA137-3C1E-B6AA-9C68-7E0FCEF863E6}"/>
          </ac:spMkLst>
        </pc:spChg>
        <pc:graphicFrameChg chg="add del mod">
          <ac:chgData name="Parham, Connor" userId="068a24a2-46da-44d7-859e-9a1157bf21aa" providerId="ADAL" clId="{D97EB160-861D-4217-847C-FA04FDADEDE7}" dt="2024-12-02T16:33:42.913" v="7396" actId="478"/>
          <ac:graphicFrameMkLst>
            <pc:docMk/>
            <pc:sldMk cId="1761867332" sldId="408"/>
            <ac:graphicFrameMk id="4" creationId="{EF06BEF1-8776-8636-544A-C4DD5F613B2E}"/>
          </ac:graphicFrameMkLst>
        </pc:graphicFrameChg>
        <pc:graphicFrameChg chg="del">
          <ac:chgData name="Parham, Connor" userId="068a24a2-46da-44d7-859e-9a1157bf21aa" providerId="ADAL" clId="{D97EB160-861D-4217-847C-FA04FDADEDE7}" dt="2024-12-02T16:33:38.860" v="7394" actId="478"/>
          <ac:graphicFrameMkLst>
            <pc:docMk/>
            <pc:sldMk cId="1761867332" sldId="408"/>
            <ac:graphicFrameMk id="10" creationId="{44BFD2CB-1BE8-4BA6-6DCF-8986D0791131}"/>
          </ac:graphicFrameMkLst>
        </pc:graphicFrameChg>
        <pc:graphicFrameChg chg="add mod modGraphic">
          <ac:chgData name="Parham, Connor" userId="068a24a2-46da-44d7-859e-9a1157bf21aa" providerId="ADAL" clId="{D97EB160-861D-4217-847C-FA04FDADEDE7}" dt="2024-12-02T20:52:36.668" v="8544" actId="13926"/>
          <ac:graphicFrameMkLst>
            <pc:docMk/>
            <pc:sldMk cId="1761867332" sldId="408"/>
            <ac:graphicFrameMk id="14" creationId="{99BD3929-27DE-DF74-5C98-AD2FC78CB541}"/>
          </ac:graphicFrameMkLst>
        </pc:graphicFrameChg>
      </pc:sldChg>
      <pc:sldChg chg="modSp mod">
        <pc:chgData name="Parham, Connor" userId="068a24a2-46da-44d7-859e-9a1157bf21aa" providerId="ADAL" clId="{D97EB160-861D-4217-847C-FA04FDADEDE7}" dt="2024-12-02T21:10:21.733" v="8654" actId="255"/>
        <pc:sldMkLst>
          <pc:docMk/>
          <pc:sldMk cId="1313538187" sldId="409"/>
        </pc:sldMkLst>
        <pc:spChg chg="mod">
          <ac:chgData name="Parham, Connor" userId="068a24a2-46da-44d7-859e-9a1157bf21aa" providerId="ADAL" clId="{D97EB160-861D-4217-847C-FA04FDADEDE7}" dt="2024-12-02T21:10:21.733" v="8654" actId="255"/>
          <ac:spMkLst>
            <pc:docMk/>
            <pc:sldMk cId="1313538187" sldId="409"/>
            <ac:spMk id="3" creationId="{BE49BA8E-2455-6C80-DA01-7976E39E1266}"/>
          </ac:spMkLst>
        </pc:spChg>
      </pc:sldChg>
    </pc:docChg>
  </pc:docChgLst>
  <pc:docChgLst>
    <pc:chgData name="Rader, Cameron Joseph" userId="S::crader6@vols.utk.edu::acfdebc0-ce72-4a48-bf57-7984b2bdef83" providerId="AD" clId="Web-{6B9E5E59-6084-7AEE-B3D2-DC0886317AC5}"/>
    <pc:docChg chg="addSld delSld modSld sldOrd modSection">
      <pc:chgData name="Rader, Cameron Joseph" userId="S::crader6@vols.utk.edu::acfdebc0-ce72-4a48-bf57-7984b2bdef83" providerId="AD" clId="Web-{6B9E5E59-6084-7AEE-B3D2-DC0886317AC5}" dt="2024-12-02T07:03:12.657" v="4535"/>
      <pc:docMkLst>
        <pc:docMk/>
      </pc:docMkLst>
      <pc:sldChg chg="addSp delSp modSp mod ord modClrScheme chgLayout">
        <pc:chgData name="Rader, Cameron Joseph" userId="S::crader6@vols.utk.edu::acfdebc0-ce72-4a48-bf57-7984b2bdef83" providerId="AD" clId="Web-{6B9E5E59-6084-7AEE-B3D2-DC0886317AC5}" dt="2024-12-02T07:03:12.657" v="4535"/>
        <pc:sldMkLst>
          <pc:docMk/>
          <pc:sldMk cId="3001479736" sldId="289"/>
        </pc:sldMkLst>
        <pc:spChg chg="mod ord">
          <ac:chgData name="Rader, Cameron Joseph" userId="S::crader6@vols.utk.edu::acfdebc0-ce72-4a48-bf57-7984b2bdef83" providerId="AD" clId="Web-{6B9E5E59-6084-7AEE-B3D2-DC0886317AC5}" dt="2024-12-02T04:04:10.323" v="85"/>
          <ac:spMkLst>
            <pc:docMk/>
            <pc:sldMk cId="3001479736" sldId="289"/>
            <ac:spMk id="3" creationId="{AED7EE1C-84E0-4D6D-B7C3-1F48A96851C5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4:04:10.323" v="85"/>
          <ac:spMkLst>
            <pc:docMk/>
            <pc:sldMk cId="3001479736" sldId="289"/>
            <ac:spMk id="4" creationId="{0EB096B6-D35D-4B99-8086-5E8A1EE69B6E}"/>
          </ac:spMkLst>
        </pc:spChg>
        <pc:spChg chg="del">
          <ac:chgData name="Rader, Cameron Joseph" userId="S::crader6@vols.utk.edu::acfdebc0-ce72-4a48-bf57-7984b2bdef83" providerId="AD" clId="Web-{6B9E5E59-6084-7AEE-B3D2-DC0886317AC5}" dt="2024-12-02T04:03:46.775" v="72"/>
          <ac:spMkLst>
            <pc:docMk/>
            <pc:sldMk cId="3001479736" sldId="289"/>
            <ac:spMk id="5" creationId="{41E784E0-6708-5A4B-5731-0C4E791C08A7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4:04:10.323" v="84"/>
          <ac:spMkLst>
            <pc:docMk/>
            <pc:sldMk cId="3001479736" sldId="289"/>
            <ac:spMk id="7" creationId="{41D7ACE8-280E-AC87-6418-7232450F30B0}"/>
          </ac:spMkLst>
        </pc:spChg>
        <pc:spChg chg="add del">
          <ac:chgData name="Rader, Cameron Joseph" userId="S::crader6@vols.utk.edu::acfdebc0-ce72-4a48-bf57-7984b2bdef83" providerId="AD" clId="Web-{6B9E5E59-6084-7AEE-B3D2-DC0886317AC5}" dt="2024-12-02T04:03:54.806" v="74"/>
          <ac:spMkLst>
            <pc:docMk/>
            <pc:sldMk cId="3001479736" sldId="289"/>
            <ac:spMk id="9" creationId="{4F62B603-2E11-6A25-1533-E9BB0AFC67A1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4:21:38.395" v="631" actId="20577"/>
          <ac:spMkLst>
            <pc:docMk/>
            <pc:sldMk cId="3001479736" sldId="289"/>
            <ac:spMk id="10" creationId="{FF3FF4D4-E3CE-23E2-C30D-50F6085D2388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4:04:01.291" v="76"/>
          <ac:spMkLst>
            <pc:docMk/>
            <pc:sldMk cId="3001479736" sldId="289"/>
            <ac:spMk id="11" creationId="{FF3FF4D4-E3CE-23E2-C30D-50F6085D2388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4:04:02.494" v="78"/>
          <ac:spMkLst>
            <pc:docMk/>
            <pc:sldMk cId="3001479736" sldId="289"/>
            <ac:spMk id="13" creationId="{CD30B983-DA58-C816-90B9-883E591C633D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4:04:06.229" v="80"/>
          <ac:spMkLst>
            <pc:docMk/>
            <pc:sldMk cId="3001479736" sldId="289"/>
            <ac:spMk id="15" creationId="{41D7ACE8-280E-AC87-6418-7232450F30B0}"/>
          </ac:spMkLst>
        </pc:spChg>
        <pc:picChg chg="add mod ord">
          <ac:chgData name="Rader, Cameron Joseph" userId="S::crader6@vols.utk.edu::acfdebc0-ce72-4a48-bf57-7984b2bdef83" providerId="AD" clId="Web-{6B9E5E59-6084-7AEE-B3D2-DC0886317AC5}" dt="2024-12-02T04:04:10.323" v="85"/>
          <ac:picMkLst>
            <pc:docMk/>
            <pc:sldMk cId="3001479736" sldId="289"/>
            <ac:picMk id="2" creationId="{3080BBDB-EDEA-AA11-842B-4FFBD41D7AD9}"/>
          </ac:picMkLst>
        </pc:picChg>
      </pc:sldChg>
      <pc:sldChg chg="modSp del ord">
        <pc:chgData name="Rader, Cameron Joseph" userId="S::crader6@vols.utk.edu::acfdebc0-ce72-4a48-bf57-7984b2bdef83" providerId="AD" clId="Web-{6B9E5E59-6084-7AEE-B3D2-DC0886317AC5}" dt="2024-12-02T04:10:21.978" v="594"/>
        <pc:sldMkLst>
          <pc:docMk/>
          <pc:sldMk cId="1773384220" sldId="290"/>
        </pc:sldMkLst>
        <pc:spChg chg="mod">
          <ac:chgData name="Rader, Cameron Joseph" userId="S::crader6@vols.utk.edu::acfdebc0-ce72-4a48-bf57-7984b2bdef83" providerId="AD" clId="Web-{6B9E5E59-6084-7AEE-B3D2-DC0886317AC5}" dt="2024-12-02T04:06:21.359" v="277" actId="20577"/>
          <ac:spMkLst>
            <pc:docMk/>
            <pc:sldMk cId="1773384220" sldId="290"/>
            <ac:spMk id="3" creationId="{AED7EE1C-84E0-4D6D-B7C3-1F48A96851C5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4:08:28.958" v="553" actId="20577"/>
          <ac:spMkLst>
            <pc:docMk/>
            <pc:sldMk cId="1773384220" sldId="290"/>
            <ac:spMk id="4" creationId="{0EB096B6-D35D-4B99-8086-5E8A1EE69B6E}"/>
          </ac:spMkLst>
        </pc:spChg>
      </pc:sldChg>
      <pc:sldChg chg="del">
        <pc:chgData name="Rader, Cameron Joseph" userId="S::crader6@vols.utk.edu::acfdebc0-ce72-4a48-bf57-7984b2bdef83" providerId="AD" clId="Web-{6B9E5E59-6084-7AEE-B3D2-DC0886317AC5}" dt="2024-12-02T05:27:41.505" v="3069"/>
        <pc:sldMkLst>
          <pc:docMk/>
          <pc:sldMk cId="1871417005" sldId="381"/>
        </pc:sldMkLst>
      </pc:sldChg>
      <pc:sldChg chg="new del">
        <pc:chgData name="Rader, Cameron Joseph" userId="S::crader6@vols.utk.edu::acfdebc0-ce72-4a48-bf57-7984b2bdef83" providerId="AD" clId="Web-{6B9E5E59-6084-7AEE-B3D2-DC0886317AC5}" dt="2024-12-02T04:09:18.694" v="556"/>
        <pc:sldMkLst>
          <pc:docMk/>
          <pc:sldMk cId="165135510" sldId="395"/>
        </pc:sldMkLst>
      </pc:sldChg>
      <pc:sldChg chg="addSp modSp new ord">
        <pc:chgData name="Rader, Cameron Joseph" userId="S::crader6@vols.utk.edu::acfdebc0-ce72-4a48-bf57-7984b2bdef83" providerId="AD" clId="Web-{6B9E5E59-6084-7AEE-B3D2-DC0886317AC5}" dt="2024-12-02T04:40:05.078" v="1140" actId="1076"/>
        <pc:sldMkLst>
          <pc:docMk/>
          <pc:sldMk cId="1802674847" sldId="395"/>
        </pc:sldMkLst>
        <pc:spChg chg="mod">
          <ac:chgData name="Rader, Cameron Joseph" userId="S::crader6@vols.utk.edu::acfdebc0-ce72-4a48-bf57-7984b2bdef83" providerId="AD" clId="Web-{6B9E5E59-6084-7AEE-B3D2-DC0886317AC5}" dt="2024-12-02T04:09:32.429" v="562" actId="20577"/>
          <ac:spMkLst>
            <pc:docMk/>
            <pc:sldMk cId="1802674847" sldId="395"/>
            <ac:spMk id="2" creationId="{7F39A50D-52D6-AA3B-2226-4F38138157FF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4:35:45.506" v="887" actId="20577"/>
          <ac:spMkLst>
            <pc:docMk/>
            <pc:sldMk cId="1802674847" sldId="395"/>
            <ac:spMk id="3" creationId="{454ACF77-D022-4675-2B48-A8BF276D63A0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4:37:20.994" v="952" actId="20577"/>
          <ac:spMkLst>
            <pc:docMk/>
            <pc:sldMk cId="1802674847" sldId="395"/>
            <ac:spMk id="4" creationId="{05081087-7A5A-0C2C-86F4-BDE513E3FFA3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4:39:35.312" v="1134" actId="20577"/>
          <ac:spMkLst>
            <pc:docMk/>
            <pc:sldMk cId="1802674847" sldId="395"/>
            <ac:spMk id="5" creationId="{F8FED36A-BC1E-ACB0-F46A-1D90545FB42D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4:10:29.103" v="607" actId="20577"/>
          <ac:spMkLst>
            <pc:docMk/>
            <pc:sldMk cId="1802674847" sldId="395"/>
            <ac:spMk id="6" creationId="{68F6025C-177B-A81E-C0F9-8E3DCB96208E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4:37:08.025" v="933" actId="20577"/>
          <ac:spMkLst>
            <pc:docMk/>
            <pc:sldMk cId="1802674847" sldId="395"/>
            <ac:spMk id="7" creationId="{F4348721-B8B4-C268-BA4F-B42EB37BE85E}"/>
          </ac:spMkLst>
        </pc:spChg>
        <pc:picChg chg="add mod">
          <ac:chgData name="Rader, Cameron Joseph" userId="S::crader6@vols.utk.edu::acfdebc0-ce72-4a48-bf57-7984b2bdef83" providerId="AD" clId="Web-{6B9E5E59-6084-7AEE-B3D2-DC0886317AC5}" dt="2024-12-02T04:40:05.078" v="1140" actId="1076"/>
          <ac:picMkLst>
            <pc:docMk/>
            <pc:sldMk cId="1802674847" sldId="395"/>
            <ac:picMk id="8" creationId="{FC0F94A0-6A7D-02B4-0AE7-DA9E7146C0E4}"/>
          </ac:picMkLst>
        </pc:picChg>
      </pc:sldChg>
      <pc:sldChg chg="modSp new del">
        <pc:chgData name="Rader, Cameron Joseph" userId="S::crader6@vols.utk.edu::acfdebc0-ce72-4a48-bf57-7984b2bdef83" providerId="AD" clId="Web-{6B9E5E59-6084-7AEE-B3D2-DC0886317AC5}" dt="2024-12-02T04:09:01.287" v="554"/>
        <pc:sldMkLst>
          <pc:docMk/>
          <pc:sldMk cId="1991588630" sldId="395"/>
        </pc:sldMkLst>
        <pc:spChg chg="mod">
          <ac:chgData name="Rader, Cameron Joseph" userId="S::crader6@vols.utk.edu::acfdebc0-ce72-4a48-bf57-7984b2bdef83" providerId="AD" clId="Web-{6B9E5E59-6084-7AEE-B3D2-DC0886317AC5}" dt="2024-12-02T04:06:27.234" v="294" actId="20577"/>
          <ac:spMkLst>
            <pc:docMk/>
            <pc:sldMk cId="1991588630" sldId="395"/>
            <ac:spMk id="2" creationId="{72B12C6C-3074-1646-3D92-AF1F1C84F234}"/>
          </ac:spMkLst>
        </pc:spChg>
      </pc:sldChg>
      <pc:sldChg chg="addSp delSp modSp new mod modClrScheme chgLayout">
        <pc:chgData name="Rader, Cameron Joseph" userId="S::crader6@vols.utk.edu::acfdebc0-ce72-4a48-bf57-7984b2bdef83" providerId="AD" clId="Web-{6B9E5E59-6084-7AEE-B3D2-DC0886317AC5}" dt="2024-12-02T04:49:20.897" v="1626"/>
        <pc:sldMkLst>
          <pc:docMk/>
          <pc:sldMk cId="800611340" sldId="396"/>
        </pc:sldMkLst>
        <pc:spChg chg="mod">
          <ac:chgData name="Rader, Cameron Joseph" userId="S::crader6@vols.utk.edu::acfdebc0-ce72-4a48-bf57-7984b2bdef83" providerId="AD" clId="Web-{6B9E5E59-6084-7AEE-B3D2-DC0886317AC5}" dt="2024-12-02T04:49:20.897" v="1626"/>
          <ac:spMkLst>
            <pc:docMk/>
            <pc:sldMk cId="800611340" sldId="396"/>
            <ac:spMk id="2" creationId="{09A06887-6180-CDD3-1E35-F40B50AB6BDB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4:49:20.897" v="1626"/>
          <ac:spMkLst>
            <pc:docMk/>
            <pc:sldMk cId="800611340" sldId="396"/>
            <ac:spMk id="3" creationId="{B2D30409-3974-5D34-F79C-03F323F3BA23}"/>
          </ac:spMkLst>
        </pc:spChg>
        <pc:spChg chg="add del">
          <ac:chgData name="Rader, Cameron Joseph" userId="S::crader6@vols.utk.edu::acfdebc0-ce72-4a48-bf57-7984b2bdef83" providerId="AD" clId="Web-{6B9E5E59-6084-7AEE-B3D2-DC0886317AC5}" dt="2024-12-02T04:49:20.897" v="1626"/>
          <ac:spMkLst>
            <pc:docMk/>
            <pc:sldMk cId="800611340" sldId="396"/>
            <ac:spMk id="4" creationId="{4D8083BC-9C17-8A89-EAC5-65D24136F691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4:49:20.897" v="1626"/>
          <ac:spMkLst>
            <pc:docMk/>
            <pc:sldMk cId="800611340" sldId="396"/>
            <ac:spMk id="8" creationId="{B2D30409-3974-5D34-F79C-03F323F3BA23}"/>
          </ac:spMkLst>
        </pc:spChg>
        <pc:graphicFrameChg chg="add del mod">
          <ac:chgData name="Rader, Cameron Joseph" userId="S::crader6@vols.utk.edu::acfdebc0-ce72-4a48-bf57-7984b2bdef83" providerId="AD" clId="Web-{6B9E5E59-6084-7AEE-B3D2-DC0886317AC5}" dt="2024-12-02T04:49:20.897" v="1625"/>
          <ac:graphicFrameMkLst>
            <pc:docMk/>
            <pc:sldMk cId="800611340" sldId="396"/>
            <ac:graphicFrameMk id="6" creationId="{51FB3B90-B032-EBDC-31CF-B0EC1605B34F}"/>
          </ac:graphicFrameMkLst>
        </pc:graphicFrameChg>
      </pc:sldChg>
      <pc:sldChg chg="addSp modSp new mod ord modClrScheme chgLayout">
        <pc:chgData name="Rader, Cameron Joseph" userId="S::crader6@vols.utk.edu::acfdebc0-ce72-4a48-bf57-7984b2bdef83" providerId="AD" clId="Web-{6B9E5E59-6084-7AEE-B3D2-DC0886317AC5}" dt="2024-12-02T06:12:55.941" v="3421"/>
        <pc:sldMkLst>
          <pc:docMk/>
          <pc:sldMk cId="850441793" sldId="397"/>
        </pc:sldMkLst>
        <pc:spChg chg="mod ord">
          <ac:chgData name="Rader, Cameron Joseph" userId="S::crader6@vols.utk.edu::acfdebc0-ce72-4a48-bf57-7984b2bdef83" providerId="AD" clId="Web-{6B9E5E59-6084-7AEE-B3D2-DC0886317AC5}" dt="2024-12-02T06:12:55.941" v="3421"/>
          <ac:spMkLst>
            <pc:docMk/>
            <pc:sldMk cId="850441793" sldId="397"/>
            <ac:spMk id="2" creationId="{FDBB8779-6758-CA25-D3FD-1B7F6B65EE10}"/>
          </ac:spMkLst>
        </pc:spChg>
        <pc:spChg chg="mod ord">
          <ac:chgData name="Rader, Cameron Joseph" userId="S::crader6@vols.utk.edu::acfdebc0-ce72-4a48-bf57-7984b2bdef83" providerId="AD" clId="Web-{6B9E5E59-6084-7AEE-B3D2-DC0886317AC5}" dt="2024-12-02T06:12:55.941" v="3421"/>
          <ac:spMkLst>
            <pc:docMk/>
            <pc:sldMk cId="850441793" sldId="397"/>
            <ac:spMk id="3" creationId="{A17686CF-BCA0-F586-D2BF-E312AAD670F5}"/>
          </ac:spMkLst>
        </pc:spChg>
        <pc:picChg chg="add mod">
          <ac:chgData name="Rader, Cameron Joseph" userId="S::crader6@vols.utk.edu::acfdebc0-ce72-4a48-bf57-7984b2bdef83" providerId="AD" clId="Web-{6B9E5E59-6084-7AEE-B3D2-DC0886317AC5}" dt="2024-12-02T06:12:55.941" v="3421"/>
          <ac:picMkLst>
            <pc:docMk/>
            <pc:sldMk cId="850441793" sldId="397"/>
            <ac:picMk id="4" creationId="{D257AA0B-B394-F0D8-A879-B90B837118C7}"/>
          </ac:picMkLst>
        </pc:picChg>
      </pc:sldChg>
      <pc:sldChg chg="new del">
        <pc:chgData name="Rader, Cameron Joseph" userId="S::crader6@vols.utk.edu::acfdebc0-ce72-4a48-bf57-7984b2bdef83" providerId="AD" clId="Web-{6B9E5E59-6084-7AEE-B3D2-DC0886317AC5}" dt="2024-12-02T04:56:06.991" v="2011"/>
        <pc:sldMkLst>
          <pc:docMk/>
          <pc:sldMk cId="2360579894" sldId="398"/>
        </pc:sldMkLst>
      </pc:sldChg>
      <pc:sldChg chg="addSp delSp modSp new mod modClrScheme chgLayout">
        <pc:chgData name="Rader, Cameron Joseph" userId="S::crader6@vols.utk.edu::acfdebc0-ce72-4a48-bf57-7984b2bdef83" providerId="AD" clId="Web-{6B9E5E59-6084-7AEE-B3D2-DC0886317AC5}" dt="2024-12-02T05:06:40.987" v="2710" actId="20577"/>
        <pc:sldMkLst>
          <pc:docMk/>
          <pc:sldMk cId="3790137568" sldId="398"/>
        </pc:sldMkLst>
        <pc:spChg chg="mod ord">
          <ac:chgData name="Rader, Cameron Joseph" userId="S::crader6@vols.utk.edu::acfdebc0-ce72-4a48-bf57-7984b2bdef83" providerId="AD" clId="Web-{6B9E5E59-6084-7AEE-B3D2-DC0886317AC5}" dt="2024-12-02T05:06:40.987" v="2710" actId="20577"/>
          <ac:spMkLst>
            <pc:docMk/>
            <pc:sldMk cId="3790137568" sldId="398"/>
            <ac:spMk id="2" creationId="{5140C6B6-0DDD-F0AC-6458-12A7339CC050}"/>
          </ac:spMkLst>
        </pc:spChg>
        <pc:spChg chg="mod ord">
          <ac:chgData name="Rader, Cameron Joseph" userId="S::crader6@vols.utk.edu::acfdebc0-ce72-4a48-bf57-7984b2bdef83" providerId="AD" clId="Web-{6B9E5E59-6084-7AEE-B3D2-DC0886317AC5}" dt="2024-12-02T05:06:37.580" v="2709" actId="20577"/>
          <ac:spMkLst>
            <pc:docMk/>
            <pc:sldMk cId="3790137568" sldId="398"/>
            <ac:spMk id="3" creationId="{87EB38E1-D68B-8E82-A993-D6B900E5D345}"/>
          </ac:spMkLst>
        </pc:spChg>
        <pc:spChg chg="del">
          <ac:chgData name="Rader, Cameron Joseph" userId="S::crader6@vols.utk.edu::acfdebc0-ce72-4a48-bf57-7984b2bdef83" providerId="AD" clId="Web-{6B9E5E59-6084-7AEE-B3D2-DC0886317AC5}" dt="2024-12-02T05:00:03.609" v="2358"/>
          <ac:spMkLst>
            <pc:docMk/>
            <pc:sldMk cId="3790137568" sldId="398"/>
            <ac:spMk id="4" creationId="{93C8FCCD-B2D4-A186-2066-5B37C2951C1A}"/>
          </ac:spMkLst>
        </pc:spChg>
        <pc:picChg chg="add mod ord">
          <ac:chgData name="Rader, Cameron Joseph" userId="S::crader6@vols.utk.edu::acfdebc0-ce72-4a48-bf57-7984b2bdef83" providerId="AD" clId="Web-{6B9E5E59-6084-7AEE-B3D2-DC0886317AC5}" dt="2024-12-02T05:00:21.922" v="2359"/>
          <ac:picMkLst>
            <pc:docMk/>
            <pc:sldMk cId="3790137568" sldId="398"/>
            <ac:picMk id="5" creationId="{2F6C2E64-5C57-AA39-B414-30963927E1AE}"/>
          </ac:picMkLst>
        </pc:picChg>
      </pc:sldChg>
      <pc:sldChg chg="modSp new ord">
        <pc:chgData name="Rader, Cameron Joseph" userId="S::crader6@vols.utk.edu::acfdebc0-ce72-4a48-bf57-7984b2bdef83" providerId="AD" clId="Web-{6B9E5E59-6084-7AEE-B3D2-DC0886317AC5}" dt="2024-12-02T05:06:53.706" v="2714" actId="20577"/>
        <pc:sldMkLst>
          <pc:docMk/>
          <pc:sldMk cId="1017467588" sldId="399"/>
        </pc:sldMkLst>
        <pc:spChg chg="mod">
          <ac:chgData name="Rader, Cameron Joseph" userId="S::crader6@vols.utk.edu::acfdebc0-ce72-4a48-bf57-7984b2bdef83" providerId="AD" clId="Web-{6B9E5E59-6084-7AEE-B3D2-DC0886317AC5}" dt="2024-12-02T05:01:34.207" v="2392" actId="20577"/>
          <ac:spMkLst>
            <pc:docMk/>
            <pc:sldMk cId="1017467588" sldId="399"/>
            <ac:spMk id="2" creationId="{99C42210-8E5E-612C-3212-D4CB14AC9D39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5:06:53.706" v="2714" actId="20577"/>
          <ac:spMkLst>
            <pc:docMk/>
            <pc:sldMk cId="1017467588" sldId="399"/>
            <ac:spMk id="3" creationId="{FE03CD3C-E839-DBC8-2D74-C31553B5E4B9}"/>
          </ac:spMkLst>
        </pc:spChg>
      </pc:sldChg>
      <pc:sldChg chg="new del">
        <pc:chgData name="Rader, Cameron Joseph" userId="S::crader6@vols.utk.edu::acfdebc0-ce72-4a48-bf57-7984b2bdef83" providerId="AD" clId="Web-{6B9E5E59-6084-7AEE-B3D2-DC0886317AC5}" dt="2024-12-02T05:08:08.225" v="2716"/>
        <pc:sldMkLst>
          <pc:docMk/>
          <pc:sldMk cId="329392757" sldId="400"/>
        </pc:sldMkLst>
      </pc:sldChg>
      <pc:sldChg chg="modSp new">
        <pc:chgData name="Rader, Cameron Joseph" userId="S::crader6@vols.utk.edu::acfdebc0-ce72-4a48-bf57-7984b2bdef83" providerId="AD" clId="Web-{6B9E5E59-6084-7AEE-B3D2-DC0886317AC5}" dt="2024-12-02T05:55:12.412" v="3380" actId="20577"/>
        <pc:sldMkLst>
          <pc:docMk/>
          <pc:sldMk cId="2882413378" sldId="400"/>
        </pc:sldMkLst>
        <pc:spChg chg="mod">
          <ac:chgData name="Rader, Cameron Joseph" userId="S::crader6@vols.utk.edu::acfdebc0-ce72-4a48-bf57-7984b2bdef83" providerId="AD" clId="Web-{6B9E5E59-6084-7AEE-B3D2-DC0886317AC5}" dt="2024-12-02T05:54:45.224" v="3374" actId="20577"/>
          <ac:spMkLst>
            <pc:docMk/>
            <pc:sldMk cId="2882413378" sldId="400"/>
            <ac:spMk id="2" creationId="{4C159F50-CD6D-21F4-4FD1-28D074EE1407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5:55:12.412" v="3380" actId="20577"/>
          <ac:spMkLst>
            <pc:docMk/>
            <pc:sldMk cId="2882413378" sldId="400"/>
            <ac:spMk id="3" creationId="{1848D18E-BB3C-3AF1-CBBF-13D0C12C3744}"/>
          </ac:spMkLst>
        </pc:spChg>
      </pc:sldChg>
      <pc:sldChg chg="modSp new">
        <pc:chgData name="Rader, Cameron Joseph" userId="S::crader6@vols.utk.edu::acfdebc0-ce72-4a48-bf57-7984b2bdef83" providerId="AD" clId="Web-{6B9E5E59-6084-7AEE-B3D2-DC0886317AC5}" dt="2024-12-02T07:00:32.619" v="4534" actId="20577"/>
        <pc:sldMkLst>
          <pc:docMk/>
          <pc:sldMk cId="120237160" sldId="401"/>
        </pc:sldMkLst>
        <pc:spChg chg="mod">
          <ac:chgData name="Rader, Cameron Joseph" userId="S::crader6@vols.utk.edu::acfdebc0-ce72-4a48-bf57-7984b2bdef83" providerId="AD" clId="Web-{6B9E5E59-6084-7AEE-B3D2-DC0886317AC5}" dt="2024-12-02T05:45:26.093" v="3269" actId="20577"/>
          <ac:spMkLst>
            <pc:docMk/>
            <pc:sldMk cId="120237160" sldId="401"/>
            <ac:spMk id="2" creationId="{251AA88A-D407-10EF-A7EA-3558A512C51F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7:00:32.619" v="4534" actId="20577"/>
          <ac:spMkLst>
            <pc:docMk/>
            <pc:sldMk cId="120237160" sldId="401"/>
            <ac:spMk id="3" creationId="{BE49BA8E-2455-6C80-DA01-7976E39E1266}"/>
          </ac:spMkLst>
        </pc:spChg>
      </pc:sldChg>
      <pc:sldChg chg="modSp new">
        <pc:chgData name="Rader, Cameron Joseph" userId="S::crader6@vols.utk.edu::acfdebc0-ce72-4a48-bf57-7984b2bdef83" providerId="AD" clId="Web-{6B9E5E59-6084-7AEE-B3D2-DC0886317AC5}" dt="2024-12-02T05:46:45.487" v="3359" actId="20577"/>
        <pc:sldMkLst>
          <pc:docMk/>
          <pc:sldMk cId="1607528716" sldId="402"/>
        </pc:sldMkLst>
        <pc:spChg chg="mod">
          <ac:chgData name="Rader, Cameron Joseph" userId="S::crader6@vols.utk.edu::acfdebc0-ce72-4a48-bf57-7984b2bdef83" providerId="AD" clId="Web-{6B9E5E59-6084-7AEE-B3D2-DC0886317AC5}" dt="2024-12-02T05:46:45.487" v="3359" actId="20577"/>
          <ac:spMkLst>
            <pc:docMk/>
            <pc:sldMk cId="1607528716" sldId="402"/>
            <ac:spMk id="2" creationId="{73F95BB1-CF35-B080-3BC8-1B6D4779D19E}"/>
          </ac:spMkLst>
        </pc:spChg>
      </pc:sldChg>
      <pc:sldChg chg="addSp delSp modSp new del ord">
        <pc:chgData name="Rader, Cameron Joseph" userId="S::crader6@vols.utk.edu::acfdebc0-ce72-4a48-bf57-7984b2bdef83" providerId="AD" clId="Web-{6B9E5E59-6084-7AEE-B3D2-DC0886317AC5}" dt="2024-12-02T06:43:50.490" v="3626"/>
        <pc:sldMkLst>
          <pc:docMk/>
          <pc:sldMk cId="2593304662" sldId="404"/>
        </pc:sldMkLst>
        <pc:spChg chg="mod">
          <ac:chgData name="Rader, Cameron Joseph" userId="S::crader6@vols.utk.edu::acfdebc0-ce72-4a48-bf57-7984b2bdef83" providerId="AD" clId="Web-{6B9E5E59-6084-7AEE-B3D2-DC0886317AC5}" dt="2024-12-02T06:05:54.159" v="3408" actId="20577"/>
          <ac:spMkLst>
            <pc:docMk/>
            <pc:sldMk cId="2593304662" sldId="404"/>
            <ac:spMk id="2" creationId="{1E7808F7-3A83-EDDE-8DB2-C52D6AEB1D59}"/>
          </ac:spMkLst>
        </pc:spChg>
        <pc:spChg chg="del">
          <ac:chgData name="Rader, Cameron Joseph" userId="S::crader6@vols.utk.edu::acfdebc0-ce72-4a48-bf57-7984b2bdef83" providerId="AD" clId="Web-{6B9E5E59-6084-7AEE-B3D2-DC0886317AC5}" dt="2024-12-02T06:43:43.458" v="3624"/>
          <ac:spMkLst>
            <pc:docMk/>
            <pc:sldMk cId="2593304662" sldId="404"/>
            <ac:spMk id="3" creationId="{6B5AE662-2B1E-BBF1-8029-5FC69E0208EA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6:43:48.146" v="3625"/>
          <ac:spMkLst>
            <pc:docMk/>
            <pc:sldMk cId="2593304662" sldId="404"/>
            <ac:spMk id="13" creationId="{F62020B7-EC36-ABAF-5E0C-258C31C24EA8}"/>
          </ac:spMkLst>
        </pc:spChg>
        <pc:graphicFrameChg chg="add del mod ord modGraphic">
          <ac:chgData name="Rader, Cameron Joseph" userId="S::crader6@vols.utk.edu::acfdebc0-ce72-4a48-bf57-7984b2bdef83" providerId="AD" clId="Web-{6B9E5E59-6084-7AEE-B3D2-DC0886317AC5}" dt="2024-12-02T06:43:48.146" v="3625"/>
          <ac:graphicFrameMkLst>
            <pc:docMk/>
            <pc:sldMk cId="2593304662" sldId="404"/>
            <ac:graphicFrameMk id="5" creationId="{2345D236-35F3-DE8A-B707-B308E4110234}"/>
          </ac:graphicFrameMkLst>
        </pc:graphicFrameChg>
      </pc:sldChg>
      <pc:sldChg chg="addSp delSp modSp new">
        <pc:chgData name="Rader, Cameron Joseph" userId="S::crader6@vols.utk.edu::acfdebc0-ce72-4a48-bf57-7984b2bdef83" providerId="AD" clId="Web-{6B9E5E59-6084-7AEE-B3D2-DC0886317AC5}" dt="2024-12-02T06:43:30.317" v="3623" actId="1076"/>
        <pc:sldMkLst>
          <pc:docMk/>
          <pc:sldMk cId="2534912272" sldId="405"/>
        </pc:sldMkLst>
        <pc:spChg chg="del mod">
          <ac:chgData name="Rader, Cameron Joseph" userId="S::crader6@vols.utk.edu::acfdebc0-ce72-4a48-bf57-7984b2bdef83" providerId="AD" clId="Web-{6B9E5E59-6084-7AEE-B3D2-DC0886317AC5}" dt="2024-12-02T06:39:37.574" v="3479"/>
          <ac:spMkLst>
            <pc:docMk/>
            <pc:sldMk cId="2534912272" sldId="405"/>
            <ac:spMk id="2" creationId="{F7FD4187-11EC-5820-C2C2-1DCCFAD68AC7}"/>
          </ac:spMkLst>
        </pc:spChg>
        <pc:spChg chg="del">
          <ac:chgData name="Rader, Cameron Joseph" userId="S::crader6@vols.utk.edu::acfdebc0-ce72-4a48-bf57-7984b2bdef83" providerId="AD" clId="Web-{6B9E5E59-6084-7AEE-B3D2-DC0886317AC5}" dt="2024-12-02T06:35:01" v="3433"/>
          <ac:spMkLst>
            <pc:docMk/>
            <pc:sldMk cId="2534912272" sldId="405"/>
            <ac:spMk id="3" creationId="{44A70E58-76D6-247A-8916-49458179300A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6:39:41.058" v="3480"/>
          <ac:spMkLst>
            <pc:docMk/>
            <pc:sldMk cId="2534912272" sldId="405"/>
            <ac:spMk id="9" creationId="{E20ED69E-8424-B548-3BB6-7A6FC386F873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6:42:10.955" v="3591" actId="20577"/>
          <ac:spMkLst>
            <pc:docMk/>
            <pc:sldMk cId="2534912272" sldId="405"/>
            <ac:spMk id="10" creationId="{3392AEAA-6789-98AC-8195-6254D1F3348A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6:42:12.298" v="3592" actId="20577"/>
          <ac:spMkLst>
            <pc:docMk/>
            <pc:sldMk cId="2534912272" sldId="405"/>
            <ac:spMk id="11" creationId="{1BA10530-A7AA-EFD0-C67F-FBF64E10F79B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6:42:27.377" v="3594" actId="1076"/>
          <ac:spMkLst>
            <pc:docMk/>
            <pc:sldMk cId="2534912272" sldId="405"/>
            <ac:spMk id="12" creationId="{0F6AD2BB-458D-C185-A608-3E79D2DFA532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6:43:30.317" v="3623" actId="1076"/>
          <ac:spMkLst>
            <pc:docMk/>
            <pc:sldMk cId="2534912272" sldId="405"/>
            <ac:spMk id="13" creationId="{733D0DE3-7CD3-4ABF-8553-6E7DD192D51E}"/>
          </ac:spMkLst>
        </pc:spChg>
        <pc:picChg chg="add mod ord">
          <ac:chgData name="Rader, Cameron Joseph" userId="S::crader6@vols.utk.edu::acfdebc0-ce72-4a48-bf57-7984b2bdef83" providerId="AD" clId="Web-{6B9E5E59-6084-7AEE-B3D2-DC0886317AC5}" dt="2024-12-02T06:39:48.996" v="3481" actId="1076"/>
          <ac:picMkLst>
            <pc:docMk/>
            <pc:sldMk cId="2534912272" sldId="405"/>
            <ac:picMk id="4" creationId="{4C153A9C-460D-85F5-E6BD-1091F3C0D2C5}"/>
          </ac:picMkLst>
        </pc:picChg>
        <pc:picChg chg="add mod">
          <ac:chgData name="Rader, Cameron Joseph" userId="S::crader6@vols.utk.edu::acfdebc0-ce72-4a48-bf57-7984b2bdef83" providerId="AD" clId="Web-{6B9E5E59-6084-7AEE-B3D2-DC0886317AC5}" dt="2024-12-02T06:39:52.496" v="3482" actId="1076"/>
          <ac:picMkLst>
            <pc:docMk/>
            <pc:sldMk cId="2534912272" sldId="405"/>
            <ac:picMk id="5" creationId="{A830F96F-21E1-9C52-0245-46D4305B6C32}"/>
          </ac:picMkLst>
        </pc:picChg>
        <pc:picChg chg="add mod">
          <ac:chgData name="Rader, Cameron Joseph" userId="S::crader6@vols.utk.edu::acfdebc0-ce72-4a48-bf57-7984b2bdef83" providerId="AD" clId="Web-{6B9E5E59-6084-7AEE-B3D2-DC0886317AC5}" dt="2024-12-02T06:36:43.411" v="3476" actId="1076"/>
          <ac:picMkLst>
            <pc:docMk/>
            <pc:sldMk cId="2534912272" sldId="405"/>
            <ac:picMk id="6" creationId="{6EF995B2-4417-2CE1-05D6-61E13B6CCAD5}"/>
          </ac:picMkLst>
        </pc:picChg>
        <pc:picChg chg="add mod">
          <ac:chgData name="Rader, Cameron Joseph" userId="S::crader6@vols.utk.edu::acfdebc0-ce72-4a48-bf57-7984b2bdef83" providerId="AD" clId="Web-{6B9E5E59-6084-7AEE-B3D2-DC0886317AC5}" dt="2024-12-02T06:42:21.939" v="3593" actId="1076"/>
          <ac:picMkLst>
            <pc:docMk/>
            <pc:sldMk cId="2534912272" sldId="405"/>
            <ac:picMk id="7" creationId="{E876EF07-7E2B-F2FB-FA46-F36191830773}"/>
          </ac:picMkLst>
        </pc:picChg>
      </pc:sldChg>
      <pc:sldChg chg="addSp delSp modSp new del mod modClrScheme chgLayout">
        <pc:chgData name="Rader, Cameron Joseph" userId="S::crader6@vols.utk.edu::acfdebc0-ce72-4a48-bf57-7984b2bdef83" providerId="AD" clId="Web-{6B9E5E59-6084-7AEE-B3D2-DC0886317AC5}" dt="2024-12-02T06:34:53.797" v="3431"/>
        <pc:sldMkLst>
          <pc:docMk/>
          <pc:sldMk cId="3138987520" sldId="405"/>
        </pc:sldMkLst>
        <pc:spChg chg="add del">
          <ac:chgData name="Rader, Cameron Joseph" userId="S::crader6@vols.utk.edu::acfdebc0-ce72-4a48-bf57-7984b2bdef83" providerId="AD" clId="Web-{6B9E5E59-6084-7AEE-B3D2-DC0886317AC5}" dt="2024-12-02T06:34:44.531" v="3430"/>
          <ac:spMkLst>
            <pc:docMk/>
            <pc:sldMk cId="3138987520" sldId="405"/>
            <ac:spMk id="2" creationId="{D2DF0E60-D552-FD7D-CFF4-43E33448A788}"/>
          </ac:spMkLst>
        </pc:spChg>
        <pc:spChg chg="add del">
          <ac:chgData name="Rader, Cameron Joseph" userId="S::crader6@vols.utk.edu::acfdebc0-ce72-4a48-bf57-7984b2bdef83" providerId="AD" clId="Web-{6B9E5E59-6084-7AEE-B3D2-DC0886317AC5}" dt="2024-12-02T06:34:44.531" v="3430"/>
          <ac:spMkLst>
            <pc:docMk/>
            <pc:sldMk cId="3138987520" sldId="405"/>
            <ac:spMk id="3" creationId="{03B45D84-58E2-E974-E18B-7FF42788BAD8}"/>
          </ac:spMkLst>
        </pc:spChg>
        <pc:spChg chg="del">
          <ac:chgData name="Rader, Cameron Joseph" userId="S::crader6@vols.utk.edu::acfdebc0-ce72-4a48-bf57-7984b2bdef83" providerId="AD" clId="Web-{6B9E5E59-6084-7AEE-B3D2-DC0886317AC5}" dt="2024-12-02T06:34:03.982" v="3423"/>
          <ac:spMkLst>
            <pc:docMk/>
            <pc:sldMk cId="3138987520" sldId="405"/>
            <ac:spMk id="4" creationId="{7B154C5A-7B71-3076-FF53-211E9D8A40C3}"/>
          </ac:spMkLst>
        </pc:spChg>
        <pc:spChg chg="del">
          <ac:chgData name="Rader, Cameron Joseph" userId="S::crader6@vols.utk.edu::acfdebc0-ce72-4a48-bf57-7984b2bdef83" providerId="AD" clId="Web-{6B9E5E59-6084-7AEE-B3D2-DC0886317AC5}" dt="2024-12-02T06:34:11.280" v="3424"/>
          <ac:spMkLst>
            <pc:docMk/>
            <pc:sldMk cId="3138987520" sldId="405"/>
            <ac:spMk id="5" creationId="{CC05505D-EC67-14E6-578F-92248C4C6B0B}"/>
          </ac:spMkLst>
        </pc:spChg>
        <pc:spChg chg="del">
          <ac:chgData name="Rader, Cameron Joseph" userId="S::crader6@vols.utk.edu::acfdebc0-ce72-4a48-bf57-7984b2bdef83" providerId="AD" clId="Web-{6B9E5E59-6084-7AEE-B3D2-DC0886317AC5}" dt="2024-12-02T06:34:22.889" v="3425"/>
          <ac:spMkLst>
            <pc:docMk/>
            <pc:sldMk cId="3138987520" sldId="405"/>
            <ac:spMk id="6" creationId="{63FFBB2B-BBC8-290B-CA00-26A0DAF7E436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6:34:42.078" v="3427"/>
          <ac:spMkLst>
            <pc:docMk/>
            <pc:sldMk cId="3138987520" sldId="405"/>
            <ac:spMk id="14" creationId="{E86F953D-4889-F848-49C7-5C3E28CF60B8}"/>
          </ac:spMkLst>
        </pc:spChg>
        <pc:spChg chg="add del">
          <ac:chgData name="Rader, Cameron Joseph" userId="S::crader6@vols.utk.edu::acfdebc0-ce72-4a48-bf57-7984b2bdef83" providerId="AD" clId="Web-{6B9E5E59-6084-7AEE-B3D2-DC0886317AC5}" dt="2024-12-02T06:34:44.531" v="3429"/>
          <ac:spMkLst>
            <pc:docMk/>
            <pc:sldMk cId="3138987520" sldId="405"/>
            <ac:spMk id="16" creationId="{CE285DC7-F66A-AB2F-0767-8029423D67A5}"/>
          </ac:spMkLst>
        </pc:spChg>
        <pc:spChg chg="add del">
          <ac:chgData name="Rader, Cameron Joseph" userId="S::crader6@vols.utk.edu::acfdebc0-ce72-4a48-bf57-7984b2bdef83" providerId="AD" clId="Web-{6B9E5E59-6084-7AEE-B3D2-DC0886317AC5}" dt="2024-12-02T06:34:44.531" v="3429"/>
          <ac:spMkLst>
            <pc:docMk/>
            <pc:sldMk cId="3138987520" sldId="405"/>
            <ac:spMk id="17" creationId="{2F31F81F-3B5E-E6C0-0566-801F72B61003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6:34:44.531" v="3430"/>
          <ac:spMkLst>
            <pc:docMk/>
            <pc:sldMk cId="3138987520" sldId="405"/>
            <ac:spMk id="19" creationId="{D9464FFF-20FA-C279-8400-0CDD7663DFE6}"/>
          </ac:spMkLst>
        </pc:spChg>
        <pc:spChg chg="add mod">
          <ac:chgData name="Rader, Cameron Joseph" userId="S::crader6@vols.utk.edu::acfdebc0-ce72-4a48-bf57-7984b2bdef83" providerId="AD" clId="Web-{6B9E5E59-6084-7AEE-B3D2-DC0886317AC5}" dt="2024-12-02T06:34:44.531" v="3430"/>
          <ac:spMkLst>
            <pc:docMk/>
            <pc:sldMk cId="3138987520" sldId="405"/>
            <ac:spMk id="20" creationId="{739124B4-1D98-DCA8-5C4F-A01B797F9B68}"/>
          </ac:spMkLst>
        </pc:spChg>
        <pc:picChg chg="add mod ord">
          <ac:chgData name="Rader, Cameron Joseph" userId="S::crader6@vols.utk.edu::acfdebc0-ce72-4a48-bf57-7984b2bdef83" providerId="AD" clId="Web-{6B9E5E59-6084-7AEE-B3D2-DC0886317AC5}" dt="2024-12-02T06:34:44.531" v="3430"/>
          <ac:picMkLst>
            <pc:docMk/>
            <pc:sldMk cId="3138987520" sldId="405"/>
            <ac:picMk id="7" creationId="{3AD220B3-13CE-C5BB-69F3-5147EC8420D0}"/>
          </ac:picMkLst>
        </pc:picChg>
        <pc:picChg chg="add mod ord">
          <ac:chgData name="Rader, Cameron Joseph" userId="S::crader6@vols.utk.edu::acfdebc0-ce72-4a48-bf57-7984b2bdef83" providerId="AD" clId="Web-{6B9E5E59-6084-7AEE-B3D2-DC0886317AC5}" dt="2024-12-02T06:34:44.531" v="3430"/>
          <ac:picMkLst>
            <pc:docMk/>
            <pc:sldMk cId="3138987520" sldId="405"/>
            <ac:picMk id="8" creationId="{B26BF9C9-D9D8-01FA-5EF0-535E823E72C7}"/>
          </ac:picMkLst>
        </pc:picChg>
        <pc:picChg chg="add mod ord">
          <ac:chgData name="Rader, Cameron Joseph" userId="S::crader6@vols.utk.edu::acfdebc0-ce72-4a48-bf57-7984b2bdef83" providerId="AD" clId="Web-{6B9E5E59-6084-7AEE-B3D2-DC0886317AC5}" dt="2024-12-02T06:34:44.531" v="3430"/>
          <ac:picMkLst>
            <pc:docMk/>
            <pc:sldMk cId="3138987520" sldId="405"/>
            <ac:picMk id="9" creationId="{43B53AF7-DB91-A3F7-CDDA-78C1BBF026F2}"/>
          </ac:picMkLst>
        </pc:picChg>
      </pc:sldChg>
      <pc:sldChg chg="new del ord">
        <pc:chgData name="Rader, Cameron Joseph" userId="S::crader6@vols.utk.edu::acfdebc0-ce72-4a48-bf57-7984b2bdef83" providerId="AD" clId="Web-{6B9E5E59-6084-7AEE-B3D2-DC0886317AC5}" dt="2024-12-02T06:44:16.225" v="3630"/>
        <pc:sldMkLst>
          <pc:docMk/>
          <pc:sldMk cId="2188358542" sldId="406"/>
        </pc:sldMkLst>
      </pc:sldChg>
      <pc:sldChg chg="addSp delSp modSp new">
        <pc:chgData name="Rader, Cameron Joseph" userId="S::crader6@vols.utk.edu::acfdebc0-ce72-4a48-bf57-7984b2bdef83" providerId="AD" clId="Web-{6B9E5E59-6084-7AEE-B3D2-DC0886317AC5}" dt="2024-12-02T06:55:11.352" v="4447" actId="20577"/>
        <pc:sldMkLst>
          <pc:docMk/>
          <pc:sldMk cId="4187723455" sldId="407"/>
        </pc:sldMkLst>
        <pc:spChg chg="mod">
          <ac:chgData name="Rader, Cameron Joseph" userId="S::crader6@vols.utk.edu::acfdebc0-ce72-4a48-bf57-7984b2bdef83" providerId="AD" clId="Web-{6B9E5E59-6084-7AEE-B3D2-DC0886317AC5}" dt="2024-12-02T06:55:11.352" v="4447" actId="20577"/>
          <ac:spMkLst>
            <pc:docMk/>
            <pc:sldMk cId="4187723455" sldId="407"/>
            <ac:spMk id="2" creationId="{FCF5B2A6-0A2F-4E42-C1AF-D7596E71FC7D}"/>
          </ac:spMkLst>
        </pc:spChg>
        <pc:spChg chg="del mod">
          <ac:chgData name="Rader, Cameron Joseph" userId="S::crader6@vols.utk.edu::acfdebc0-ce72-4a48-bf57-7984b2bdef83" providerId="AD" clId="Web-{6B9E5E59-6084-7AEE-B3D2-DC0886317AC5}" dt="2024-12-02T06:45:34.009" v="3644"/>
          <ac:spMkLst>
            <pc:docMk/>
            <pc:sldMk cId="4187723455" sldId="407"/>
            <ac:spMk id="3" creationId="{7D147362-A943-FAD1-F69D-1B1BC1C5154C}"/>
          </ac:spMkLst>
        </pc:spChg>
        <pc:spChg chg="mod">
          <ac:chgData name="Rader, Cameron Joseph" userId="S::crader6@vols.utk.edu::acfdebc0-ce72-4a48-bf57-7984b2bdef83" providerId="AD" clId="Web-{6B9E5E59-6084-7AEE-B3D2-DC0886317AC5}" dt="2024-12-02T06:44:22.397" v="3641" actId="20577"/>
          <ac:spMkLst>
            <pc:docMk/>
            <pc:sldMk cId="4187723455" sldId="407"/>
            <ac:spMk id="4" creationId="{56F319CA-F99E-1422-CD40-19CD6B91EEFE}"/>
          </ac:spMkLst>
        </pc:spChg>
        <pc:spChg chg="add del mod">
          <ac:chgData name="Rader, Cameron Joseph" userId="S::crader6@vols.utk.edu::acfdebc0-ce72-4a48-bf57-7984b2bdef83" providerId="AD" clId="Web-{6B9E5E59-6084-7AEE-B3D2-DC0886317AC5}" dt="2024-12-02T06:46:39.746" v="3772"/>
          <ac:spMkLst>
            <pc:docMk/>
            <pc:sldMk cId="4187723455" sldId="407"/>
            <ac:spMk id="1065" creationId="{78CC624F-FC38-FBFA-4A31-C113EEBBD8FA}"/>
          </ac:spMkLst>
        </pc:spChg>
        <pc:graphicFrameChg chg="add del mod ord modGraphic">
          <ac:chgData name="Rader, Cameron Joseph" userId="S::crader6@vols.utk.edu::acfdebc0-ce72-4a48-bf57-7984b2bdef83" providerId="AD" clId="Web-{6B9E5E59-6084-7AEE-B3D2-DC0886317AC5}" dt="2024-12-02T06:46:37.840" v="3771"/>
          <ac:graphicFrameMkLst>
            <pc:docMk/>
            <pc:sldMk cId="4187723455" sldId="407"/>
            <ac:graphicFrameMk id="5" creationId="{2A30A2E9-973E-DFC5-2377-6E79A694DD23}"/>
          </ac:graphicFrameMkLst>
        </pc:graphicFrameChg>
        <pc:graphicFrameChg chg="add mod ord modGraphic">
          <ac:chgData name="Rader, Cameron Joseph" userId="S::crader6@vols.utk.edu::acfdebc0-ce72-4a48-bf57-7984b2bdef83" providerId="AD" clId="Web-{6B9E5E59-6084-7AEE-B3D2-DC0886317AC5}" dt="2024-12-02T06:48:58.642" v="3899" actId="20577"/>
          <ac:graphicFrameMkLst>
            <pc:docMk/>
            <pc:sldMk cId="4187723455" sldId="407"/>
            <ac:graphicFrameMk id="1066" creationId="{9D8BE87A-8DD9-65F6-C1DA-F180A880B5F9}"/>
          </ac:graphicFrameMkLst>
        </pc:graphicFrameChg>
      </pc:sldChg>
    </pc:docChg>
  </pc:docChgLst>
  <pc:docChgLst>
    <pc:chgData name="Rader, Cameron Joseph" userId="S::crader6@vols.utk.edu::acfdebc0-ce72-4a48-bf57-7984b2bdef83" providerId="AD" clId="Web-{BF0982DB-0C77-C09B-3816-B5605AF8965A}"/>
    <pc:docChg chg="addSld delSld modSld modSection">
      <pc:chgData name="Rader, Cameron Joseph" userId="S::crader6@vols.utk.edu::acfdebc0-ce72-4a48-bf57-7984b2bdef83" providerId="AD" clId="Web-{BF0982DB-0C77-C09B-3816-B5605AF8965A}" dt="2024-12-02T22:57:40.146" v="337" actId="20577"/>
      <pc:docMkLst>
        <pc:docMk/>
      </pc:docMkLst>
      <pc:sldChg chg="modSp">
        <pc:chgData name="Rader, Cameron Joseph" userId="S::crader6@vols.utk.edu::acfdebc0-ce72-4a48-bf57-7984b2bdef83" providerId="AD" clId="Web-{BF0982DB-0C77-C09B-3816-B5605AF8965A}" dt="2024-12-02T19:31:56.272" v="92" actId="20577"/>
        <pc:sldMkLst>
          <pc:docMk/>
          <pc:sldMk cId="1802674847" sldId="395"/>
        </pc:sldMkLst>
        <pc:spChg chg="mod">
          <ac:chgData name="Rader, Cameron Joseph" userId="S::crader6@vols.utk.edu::acfdebc0-ce72-4a48-bf57-7984b2bdef83" providerId="AD" clId="Web-{BF0982DB-0C77-C09B-3816-B5605AF8965A}" dt="2024-12-02T19:31:56.272" v="92" actId="20577"/>
          <ac:spMkLst>
            <pc:docMk/>
            <pc:sldMk cId="1802674847" sldId="395"/>
            <ac:spMk id="5" creationId="{F8FED36A-BC1E-ACB0-F46A-1D90545FB42D}"/>
          </ac:spMkLst>
        </pc:spChg>
      </pc:sldChg>
      <pc:sldChg chg="modSp">
        <pc:chgData name="Rader, Cameron Joseph" userId="S::crader6@vols.utk.edu::acfdebc0-ce72-4a48-bf57-7984b2bdef83" providerId="AD" clId="Web-{BF0982DB-0C77-C09B-3816-B5605AF8965A}" dt="2024-12-02T20:05:35.578" v="162" actId="20577"/>
        <pc:sldMkLst>
          <pc:docMk/>
          <pc:sldMk cId="800611340" sldId="396"/>
        </pc:sldMkLst>
        <pc:spChg chg="mod">
          <ac:chgData name="Rader, Cameron Joseph" userId="S::crader6@vols.utk.edu::acfdebc0-ce72-4a48-bf57-7984b2bdef83" providerId="AD" clId="Web-{BF0982DB-0C77-C09B-3816-B5605AF8965A}" dt="2024-12-02T20:05:35.578" v="162" actId="20577"/>
          <ac:spMkLst>
            <pc:docMk/>
            <pc:sldMk cId="800611340" sldId="396"/>
            <ac:spMk id="8" creationId="{B2D30409-3974-5D34-F79C-03F323F3BA23}"/>
          </ac:spMkLst>
        </pc:spChg>
      </pc:sldChg>
      <pc:sldChg chg="modSp">
        <pc:chgData name="Rader, Cameron Joseph" userId="S::crader6@vols.utk.edu::acfdebc0-ce72-4a48-bf57-7984b2bdef83" providerId="AD" clId="Web-{BF0982DB-0C77-C09B-3816-B5605AF8965A}" dt="2024-12-02T22:57:40.146" v="337" actId="20577"/>
        <pc:sldMkLst>
          <pc:docMk/>
          <pc:sldMk cId="850441793" sldId="397"/>
        </pc:sldMkLst>
        <pc:spChg chg="mod">
          <ac:chgData name="Rader, Cameron Joseph" userId="S::crader6@vols.utk.edu::acfdebc0-ce72-4a48-bf57-7984b2bdef83" providerId="AD" clId="Web-{BF0982DB-0C77-C09B-3816-B5605AF8965A}" dt="2024-12-02T22:57:40.146" v="337" actId="20577"/>
          <ac:spMkLst>
            <pc:docMk/>
            <pc:sldMk cId="850441793" sldId="397"/>
            <ac:spMk id="3" creationId="{A17686CF-BCA0-F586-D2BF-E312AAD670F5}"/>
          </ac:spMkLst>
        </pc:spChg>
      </pc:sldChg>
      <pc:sldChg chg="modSp">
        <pc:chgData name="Rader, Cameron Joseph" userId="S::crader6@vols.utk.edu::acfdebc0-ce72-4a48-bf57-7984b2bdef83" providerId="AD" clId="Web-{BF0982DB-0C77-C09B-3816-B5605AF8965A}" dt="2024-12-02T20:09:53.600" v="211" actId="20577"/>
        <pc:sldMkLst>
          <pc:docMk/>
          <pc:sldMk cId="1017467588" sldId="399"/>
        </pc:sldMkLst>
        <pc:spChg chg="mod">
          <ac:chgData name="Rader, Cameron Joseph" userId="S::crader6@vols.utk.edu::acfdebc0-ce72-4a48-bf57-7984b2bdef83" providerId="AD" clId="Web-{BF0982DB-0C77-C09B-3816-B5605AF8965A}" dt="2024-12-02T20:09:53.600" v="211" actId="20577"/>
          <ac:spMkLst>
            <pc:docMk/>
            <pc:sldMk cId="1017467588" sldId="399"/>
            <ac:spMk id="3" creationId="{FE03CD3C-E839-DBC8-2D74-C31553B5E4B9}"/>
          </ac:spMkLst>
        </pc:spChg>
      </pc:sldChg>
      <pc:sldChg chg="modSp">
        <pc:chgData name="Rader, Cameron Joseph" userId="S::crader6@vols.utk.edu::acfdebc0-ce72-4a48-bf57-7984b2bdef83" providerId="AD" clId="Web-{BF0982DB-0C77-C09B-3816-B5605AF8965A}" dt="2024-12-02T21:20:16.605" v="330" actId="20577"/>
        <pc:sldMkLst>
          <pc:docMk/>
          <pc:sldMk cId="2882413378" sldId="400"/>
        </pc:sldMkLst>
        <pc:spChg chg="mod">
          <ac:chgData name="Rader, Cameron Joseph" userId="S::crader6@vols.utk.edu::acfdebc0-ce72-4a48-bf57-7984b2bdef83" providerId="AD" clId="Web-{BF0982DB-0C77-C09B-3816-B5605AF8965A}" dt="2024-12-02T21:20:16.605" v="330" actId="20577"/>
          <ac:spMkLst>
            <pc:docMk/>
            <pc:sldMk cId="2882413378" sldId="400"/>
            <ac:spMk id="3" creationId="{1848D18E-BB3C-3AF1-CBBF-13D0C12C3744}"/>
          </ac:spMkLst>
        </pc:spChg>
      </pc:sldChg>
      <pc:sldChg chg="add del">
        <pc:chgData name="Rader, Cameron Joseph" userId="S::crader6@vols.utk.edu::acfdebc0-ce72-4a48-bf57-7984b2bdef83" providerId="AD" clId="Web-{BF0982DB-0C77-C09B-3816-B5605AF8965A}" dt="2024-12-02T19:33:12.321" v="94"/>
        <pc:sldMkLst>
          <pc:docMk/>
          <pc:sldMk cId="120237160" sldId="401"/>
        </pc:sldMkLst>
      </pc:sldChg>
      <pc:sldChg chg="addSp delSp modSp">
        <pc:chgData name="Rader, Cameron Joseph" userId="S::crader6@vols.utk.edu::acfdebc0-ce72-4a48-bf57-7984b2bdef83" providerId="AD" clId="Web-{BF0982DB-0C77-C09B-3816-B5605AF8965A}" dt="2024-12-02T18:56:23.055" v="90" actId="1076"/>
        <pc:sldMkLst>
          <pc:docMk/>
          <pc:sldMk cId="1607528716" sldId="402"/>
        </pc:sldMkLst>
        <pc:spChg chg="mod">
          <ac:chgData name="Rader, Cameron Joseph" userId="S::crader6@vols.utk.edu::acfdebc0-ce72-4a48-bf57-7984b2bdef83" providerId="AD" clId="Web-{BF0982DB-0C77-C09B-3816-B5605AF8965A}" dt="2024-12-02T18:52:13.047" v="20" actId="20577"/>
          <ac:spMkLst>
            <pc:docMk/>
            <pc:sldMk cId="1607528716" sldId="402"/>
            <ac:spMk id="2" creationId="{73F95BB1-CF35-B080-3BC8-1B6D4779D19E}"/>
          </ac:spMkLst>
        </pc:spChg>
        <pc:spChg chg="mod">
          <ac:chgData name="Rader, Cameron Joseph" userId="S::crader6@vols.utk.edu::acfdebc0-ce72-4a48-bf57-7984b2bdef83" providerId="AD" clId="Web-{BF0982DB-0C77-C09B-3816-B5605AF8965A}" dt="2024-12-02T18:56:18.087" v="89" actId="20577"/>
          <ac:spMkLst>
            <pc:docMk/>
            <pc:sldMk cId="1607528716" sldId="402"/>
            <ac:spMk id="3" creationId="{522076CC-F42D-591A-578B-B07D0B11512E}"/>
          </ac:spMkLst>
        </pc:spChg>
        <pc:spChg chg="add del">
          <ac:chgData name="Rader, Cameron Joseph" userId="S::crader6@vols.utk.edu::acfdebc0-ce72-4a48-bf57-7984b2bdef83" providerId="AD" clId="Web-{BF0982DB-0C77-C09B-3816-B5605AF8965A}" dt="2024-12-02T18:54:18.833" v="29"/>
          <ac:spMkLst>
            <pc:docMk/>
            <pc:sldMk cId="1607528716" sldId="402"/>
            <ac:spMk id="5" creationId="{DF06CC71-2ABB-D5BE-2E88-682B8BCCB8B8}"/>
          </ac:spMkLst>
        </pc:spChg>
        <pc:picChg chg="add del mod">
          <ac:chgData name="Rader, Cameron Joseph" userId="S::crader6@vols.utk.edu::acfdebc0-ce72-4a48-bf57-7984b2bdef83" providerId="AD" clId="Web-{BF0982DB-0C77-C09B-3816-B5605AF8965A}" dt="2024-12-02T18:54:06.489" v="26"/>
          <ac:picMkLst>
            <pc:docMk/>
            <pc:sldMk cId="1607528716" sldId="402"/>
            <ac:picMk id="4" creationId="{1D5C91B5-536B-C149-BA1A-BC86A85AE886}"/>
          </ac:picMkLst>
        </pc:picChg>
        <pc:picChg chg="add del mod">
          <ac:chgData name="Rader, Cameron Joseph" userId="S::crader6@vols.utk.edu::acfdebc0-ce72-4a48-bf57-7984b2bdef83" providerId="AD" clId="Web-{BF0982DB-0C77-C09B-3816-B5605AF8965A}" dt="2024-12-02T18:54:23.005" v="30"/>
          <ac:picMkLst>
            <pc:docMk/>
            <pc:sldMk cId="1607528716" sldId="402"/>
            <ac:picMk id="6" creationId="{FA7381F0-A28F-B4B3-1362-970AA2343E2E}"/>
          </ac:picMkLst>
        </pc:picChg>
        <pc:picChg chg="add mod">
          <ac:chgData name="Rader, Cameron Joseph" userId="S::crader6@vols.utk.edu::acfdebc0-ce72-4a48-bf57-7984b2bdef83" providerId="AD" clId="Web-{BF0982DB-0C77-C09B-3816-B5605AF8965A}" dt="2024-12-02T18:56:23.055" v="90" actId="1076"/>
          <ac:picMkLst>
            <pc:docMk/>
            <pc:sldMk cId="1607528716" sldId="402"/>
            <ac:picMk id="7" creationId="{66A64EE7-A709-7849-A8FB-9A6868F6AC68}"/>
          </ac:picMkLst>
        </pc:picChg>
      </pc:sldChg>
      <pc:sldChg chg="modSp">
        <pc:chgData name="Rader, Cameron Joseph" userId="S::crader6@vols.utk.edu::acfdebc0-ce72-4a48-bf57-7984b2bdef83" providerId="AD" clId="Web-{BF0982DB-0C77-C09B-3816-B5605AF8965A}" dt="2024-12-02T20:27:39.455" v="216" actId="1076"/>
        <pc:sldMkLst>
          <pc:docMk/>
          <pc:sldMk cId="2534912272" sldId="405"/>
        </pc:sldMkLst>
        <pc:spChg chg="mod">
          <ac:chgData name="Rader, Cameron Joseph" userId="S::crader6@vols.utk.edu::acfdebc0-ce72-4a48-bf57-7984b2bdef83" providerId="AD" clId="Web-{BF0982DB-0C77-C09B-3816-B5605AF8965A}" dt="2024-12-02T20:27:39.455" v="216" actId="1076"/>
          <ac:spMkLst>
            <pc:docMk/>
            <pc:sldMk cId="2534912272" sldId="405"/>
            <ac:spMk id="10" creationId="{3392AEAA-6789-98AC-8195-6254D1F3348A}"/>
          </ac:spMkLst>
        </pc:spChg>
        <pc:spChg chg="mod">
          <ac:chgData name="Rader, Cameron Joseph" userId="S::crader6@vols.utk.edu::acfdebc0-ce72-4a48-bf57-7984b2bdef83" providerId="AD" clId="Web-{BF0982DB-0C77-C09B-3816-B5605AF8965A}" dt="2024-12-02T20:25:49.405" v="214" actId="1076"/>
          <ac:spMkLst>
            <pc:docMk/>
            <pc:sldMk cId="2534912272" sldId="405"/>
            <ac:spMk id="11" creationId="{1BA10530-A7AA-EFD0-C67F-FBF64E10F79B}"/>
          </ac:spMkLst>
        </pc:spChg>
        <pc:spChg chg="mod">
          <ac:chgData name="Rader, Cameron Joseph" userId="S::crader6@vols.utk.edu::acfdebc0-ce72-4a48-bf57-7984b2bdef83" providerId="AD" clId="Web-{BF0982DB-0C77-C09B-3816-B5605AF8965A}" dt="2024-12-02T20:27:35.096" v="215" actId="1076"/>
          <ac:spMkLst>
            <pc:docMk/>
            <pc:sldMk cId="2534912272" sldId="405"/>
            <ac:spMk id="13" creationId="{733D0DE3-7CD3-4ABF-8553-6E7DD192D51E}"/>
          </ac:spMkLst>
        </pc:spChg>
        <pc:picChg chg="mod">
          <ac:chgData name="Rader, Cameron Joseph" userId="S::crader6@vols.utk.edu::acfdebc0-ce72-4a48-bf57-7984b2bdef83" providerId="AD" clId="Web-{BF0982DB-0C77-C09B-3816-B5605AF8965A}" dt="2024-12-02T20:25:42.812" v="213" actId="14100"/>
          <ac:picMkLst>
            <pc:docMk/>
            <pc:sldMk cId="2534912272" sldId="405"/>
            <ac:picMk id="6" creationId="{6EF995B2-4417-2CE1-05D6-61E13B6CCAD5}"/>
          </ac:picMkLst>
        </pc:picChg>
      </pc:sldChg>
      <pc:sldChg chg="modSp">
        <pc:chgData name="Rader, Cameron Joseph" userId="S::crader6@vols.utk.edu::acfdebc0-ce72-4a48-bf57-7984b2bdef83" providerId="AD" clId="Web-{BF0982DB-0C77-C09B-3816-B5605AF8965A}" dt="2024-12-02T19:57:52.441" v="155" actId="20577"/>
        <pc:sldMkLst>
          <pc:docMk/>
          <pc:sldMk cId="4187723455" sldId="407"/>
        </pc:sldMkLst>
        <pc:spChg chg="mod">
          <ac:chgData name="Rader, Cameron Joseph" userId="S::crader6@vols.utk.edu::acfdebc0-ce72-4a48-bf57-7984b2bdef83" providerId="AD" clId="Web-{BF0982DB-0C77-C09B-3816-B5605AF8965A}" dt="2024-12-02T19:57:52.441" v="155" actId="20577"/>
          <ac:spMkLst>
            <pc:docMk/>
            <pc:sldMk cId="4187723455" sldId="407"/>
            <ac:spMk id="2" creationId="{FCF5B2A6-0A2F-4E42-C1AF-D7596E71FC7D}"/>
          </ac:spMkLst>
        </pc:spChg>
      </pc:sldChg>
    </pc:docChg>
  </pc:docChgLst>
  <pc:docChgLst>
    <pc:chgData name="Tripathy, Sujit Kumar" userId="S::stripat3@vols.utk.edu::20b4f23d-8b17-460e-bd1f-b1eb67ffafec" providerId="AD" clId="Web-{0ECA28B4-87FF-52B7-B271-284E61372EF4}"/>
    <pc:docChg chg="mod">
      <pc:chgData name="Tripathy, Sujit Kumar" userId="S::stripat3@vols.utk.edu::20b4f23d-8b17-460e-bd1f-b1eb67ffafec" providerId="AD" clId="Web-{0ECA28B4-87FF-52B7-B271-284E61372EF4}" dt="2024-12-01T22:18:52.567" v="0"/>
      <pc:docMkLst>
        <pc:docMk/>
      </pc:docMkLst>
    </pc:docChg>
  </pc:docChgLst>
  <pc:docChgLst>
    <pc:chgData name="Bogale, Befikir Teferi" userId="S::bbogale@vols.utk.edu::d4c0fee3-5d52-4f5e-ad42-485b52f2a074" providerId="AD" clId="Web-{44B756D7-89E7-783B-2BBA-857F84AC78C3}"/>
    <pc:docChg chg="addSld delSld modSld sldOrd modSection">
      <pc:chgData name="Bogale, Befikir Teferi" userId="S::bbogale@vols.utk.edu::d4c0fee3-5d52-4f5e-ad42-485b52f2a074" providerId="AD" clId="Web-{44B756D7-89E7-783B-2BBA-857F84AC78C3}" dt="2024-12-02T03:55:20.743" v="652"/>
      <pc:docMkLst>
        <pc:docMk/>
      </pc:docMkLst>
      <pc:sldChg chg="addSp delSp modSp del">
        <pc:chgData name="Bogale, Befikir Teferi" userId="S::bbogale@vols.utk.edu::d4c0fee3-5d52-4f5e-ad42-485b52f2a074" providerId="AD" clId="Web-{44B756D7-89E7-783B-2BBA-857F84AC78C3}" dt="2024-12-02T03:52:01.380" v="479"/>
        <pc:sldMkLst>
          <pc:docMk/>
          <pc:sldMk cId="1265744385" sldId="388"/>
        </pc:sldMkLst>
        <pc:spChg chg="del mod">
          <ac:chgData name="Bogale, Befikir Teferi" userId="S::bbogale@vols.utk.edu::d4c0fee3-5d52-4f5e-ad42-485b52f2a074" providerId="AD" clId="Web-{44B756D7-89E7-783B-2BBA-857F84AC78C3}" dt="2024-12-02T03:05:35.368" v="207"/>
          <ac:spMkLst>
            <pc:docMk/>
            <pc:sldMk cId="1265744385" sldId="388"/>
            <ac:spMk id="2" creationId="{7F66865B-C9CD-C3CE-76FC-42C24F9A015F}"/>
          </ac:spMkLst>
        </pc:spChg>
        <pc:spChg chg="mod">
          <ac:chgData name="Bogale, Befikir Teferi" userId="S::bbogale@vols.utk.edu::d4c0fee3-5d52-4f5e-ad42-485b52f2a074" providerId="AD" clId="Web-{44B756D7-89E7-783B-2BBA-857F84AC78C3}" dt="2024-12-02T03:06:50.951" v="218" actId="1076"/>
          <ac:spMkLst>
            <pc:docMk/>
            <pc:sldMk cId="1265744385" sldId="388"/>
            <ac:spMk id="3" creationId="{CD19BB4D-BFFB-0FDE-7722-854BF81B5DF1}"/>
          </ac:spMkLst>
        </pc:spChg>
        <pc:spChg chg="add del mod">
          <ac:chgData name="Bogale, Befikir Teferi" userId="S::bbogale@vols.utk.edu::d4c0fee3-5d52-4f5e-ad42-485b52f2a074" providerId="AD" clId="Web-{44B756D7-89E7-783B-2BBA-857F84AC78C3}" dt="2024-12-02T02:53:39.701" v="8"/>
          <ac:spMkLst>
            <pc:docMk/>
            <pc:sldMk cId="1265744385" sldId="388"/>
            <ac:spMk id="4" creationId="{9D86F349-07AA-DD99-104E-AE43FBA5862C}"/>
          </ac:spMkLst>
        </pc:spChg>
        <pc:spChg chg="add mod">
          <ac:chgData name="Bogale, Befikir Teferi" userId="S::bbogale@vols.utk.edu::d4c0fee3-5d52-4f5e-ad42-485b52f2a074" providerId="AD" clId="Web-{44B756D7-89E7-783B-2BBA-857F84AC78C3}" dt="2024-12-02T02:55:43.318" v="49" actId="1076"/>
          <ac:spMkLst>
            <pc:docMk/>
            <pc:sldMk cId="1265744385" sldId="388"/>
            <ac:spMk id="7" creationId="{03044EDA-8BE6-E977-3E2A-51964F289531}"/>
          </ac:spMkLst>
        </pc:spChg>
        <pc:spChg chg="add mod">
          <ac:chgData name="Bogale, Befikir Teferi" userId="S::bbogale@vols.utk.edu::d4c0fee3-5d52-4f5e-ad42-485b52f2a074" providerId="AD" clId="Web-{44B756D7-89E7-783B-2BBA-857F84AC78C3}" dt="2024-12-02T02:55:43.334" v="50" actId="1076"/>
          <ac:spMkLst>
            <pc:docMk/>
            <pc:sldMk cId="1265744385" sldId="388"/>
            <ac:spMk id="8" creationId="{50D62CDA-DDE7-9308-1DB8-135E4DF2C9BB}"/>
          </ac:spMkLst>
        </pc:spChg>
        <pc:spChg chg="add mod">
          <ac:chgData name="Bogale, Befikir Teferi" userId="S::bbogale@vols.utk.edu::d4c0fee3-5d52-4f5e-ad42-485b52f2a074" providerId="AD" clId="Web-{44B756D7-89E7-783B-2BBA-857F84AC78C3}" dt="2024-12-02T02:55:43.334" v="51" actId="1076"/>
          <ac:spMkLst>
            <pc:docMk/>
            <pc:sldMk cId="1265744385" sldId="388"/>
            <ac:spMk id="9" creationId="{AA5A56BE-A7DE-645C-3B5C-C3BAAB7811B0}"/>
          </ac:spMkLst>
        </pc:spChg>
        <pc:spChg chg="add mod">
          <ac:chgData name="Bogale, Befikir Teferi" userId="S::bbogale@vols.utk.edu::d4c0fee3-5d52-4f5e-ad42-485b52f2a074" providerId="AD" clId="Web-{44B756D7-89E7-783B-2BBA-857F84AC78C3}" dt="2024-12-02T02:55:43.349" v="52" actId="1076"/>
          <ac:spMkLst>
            <pc:docMk/>
            <pc:sldMk cId="1265744385" sldId="388"/>
            <ac:spMk id="10" creationId="{5E861FC8-1FF4-8578-E679-0FC5C4D9A58D}"/>
          </ac:spMkLst>
        </pc:spChg>
        <pc:spChg chg="add del">
          <ac:chgData name="Bogale, Befikir Teferi" userId="S::bbogale@vols.utk.edu::d4c0fee3-5d52-4f5e-ad42-485b52f2a074" providerId="AD" clId="Web-{44B756D7-89E7-783B-2BBA-857F84AC78C3}" dt="2024-12-02T02:55:25.161" v="45"/>
          <ac:spMkLst>
            <pc:docMk/>
            <pc:sldMk cId="1265744385" sldId="388"/>
            <ac:spMk id="11" creationId="{9D86F349-07AA-DD99-104E-AE43FBA5862C}"/>
          </ac:spMkLst>
        </pc:spChg>
        <pc:spChg chg="add del">
          <ac:chgData name="Bogale, Befikir Teferi" userId="S::bbogale@vols.utk.edu::d4c0fee3-5d52-4f5e-ad42-485b52f2a074" providerId="AD" clId="Web-{44B756D7-89E7-783B-2BBA-857F84AC78C3}" dt="2024-12-02T02:55:25.161" v="45"/>
          <ac:spMkLst>
            <pc:docMk/>
            <pc:sldMk cId="1265744385" sldId="388"/>
            <ac:spMk id="13" creationId="{03044EDA-8BE6-E977-3E2A-51964F289531}"/>
          </ac:spMkLst>
        </pc:spChg>
        <pc:spChg chg="add del">
          <ac:chgData name="Bogale, Befikir Teferi" userId="S::bbogale@vols.utk.edu::d4c0fee3-5d52-4f5e-ad42-485b52f2a074" providerId="AD" clId="Web-{44B756D7-89E7-783B-2BBA-857F84AC78C3}" dt="2024-12-02T02:55:25.161" v="45"/>
          <ac:spMkLst>
            <pc:docMk/>
            <pc:sldMk cId="1265744385" sldId="388"/>
            <ac:spMk id="14" creationId="{50D62CDA-DDE7-9308-1DB8-135E4DF2C9BB}"/>
          </ac:spMkLst>
        </pc:spChg>
        <pc:spChg chg="add del">
          <ac:chgData name="Bogale, Befikir Teferi" userId="S::bbogale@vols.utk.edu::d4c0fee3-5d52-4f5e-ad42-485b52f2a074" providerId="AD" clId="Web-{44B756D7-89E7-783B-2BBA-857F84AC78C3}" dt="2024-12-02T02:55:25.161" v="45"/>
          <ac:spMkLst>
            <pc:docMk/>
            <pc:sldMk cId="1265744385" sldId="388"/>
            <ac:spMk id="15" creationId="{AA5A56BE-A7DE-645C-3B5C-C3BAAB7811B0}"/>
          </ac:spMkLst>
        </pc:spChg>
        <pc:spChg chg="add del">
          <ac:chgData name="Bogale, Befikir Teferi" userId="S::bbogale@vols.utk.edu::d4c0fee3-5d52-4f5e-ad42-485b52f2a074" providerId="AD" clId="Web-{44B756D7-89E7-783B-2BBA-857F84AC78C3}" dt="2024-12-02T02:55:25.161" v="45"/>
          <ac:spMkLst>
            <pc:docMk/>
            <pc:sldMk cId="1265744385" sldId="388"/>
            <ac:spMk id="16" creationId="{5E861FC8-1FF4-8578-E679-0FC5C4D9A58D}"/>
          </ac:spMkLst>
        </pc:spChg>
        <pc:spChg chg="add mod">
          <ac:chgData name="Bogale, Befikir Teferi" userId="S::bbogale@vols.utk.edu::d4c0fee3-5d52-4f5e-ad42-485b52f2a074" providerId="AD" clId="Web-{44B756D7-89E7-783B-2BBA-857F84AC78C3}" dt="2024-12-02T03:03:20.876" v="205" actId="20577"/>
          <ac:spMkLst>
            <pc:docMk/>
            <pc:sldMk cId="1265744385" sldId="388"/>
            <ac:spMk id="17" creationId="{3DFE70C9-B12A-E3A5-14EB-0F5B76A75D75}"/>
          </ac:spMkLst>
        </pc:spChg>
        <pc:spChg chg="add del mod">
          <ac:chgData name="Bogale, Befikir Teferi" userId="S::bbogale@vols.utk.edu::d4c0fee3-5d52-4f5e-ad42-485b52f2a074" providerId="AD" clId="Web-{44B756D7-89E7-783B-2BBA-857F84AC78C3}" dt="2024-12-02T03:05:43.275" v="208"/>
          <ac:spMkLst>
            <pc:docMk/>
            <pc:sldMk cId="1265744385" sldId="388"/>
            <ac:spMk id="19" creationId="{BA7FFD0D-9936-FC6B-F72F-C7EDD47FA5A3}"/>
          </ac:spMkLst>
        </pc:spChg>
        <pc:spChg chg="add del mod">
          <ac:chgData name="Bogale, Befikir Teferi" userId="S::bbogale@vols.utk.edu::d4c0fee3-5d52-4f5e-ad42-485b52f2a074" providerId="AD" clId="Web-{44B756D7-89E7-783B-2BBA-857F84AC78C3}" dt="2024-12-02T03:09:35.679" v="261"/>
          <ac:spMkLst>
            <pc:docMk/>
            <pc:sldMk cId="1265744385" sldId="388"/>
            <ac:spMk id="20" creationId="{848A570E-93A4-ED52-1D36-9FE58ED95F5E}"/>
          </ac:spMkLst>
        </pc:spChg>
        <pc:picChg chg="add mod">
          <ac:chgData name="Bogale, Befikir Teferi" userId="S::bbogale@vols.utk.edu::d4c0fee3-5d52-4f5e-ad42-485b52f2a074" providerId="AD" clId="Web-{44B756D7-89E7-783B-2BBA-857F84AC78C3}" dt="2024-12-02T03:06:50.935" v="217" actId="1076"/>
          <ac:picMkLst>
            <pc:docMk/>
            <pc:sldMk cId="1265744385" sldId="388"/>
            <ac:picMk id="5" creationId="{D0F81309-818C-8875-ED37-A1745C18F79C}"/>
          </ac:picMkLst>
        </pc:picChg>
        <pc:picChg chg="add del">
          <ac:chgData name="Bogale, Befikir Teferi" userId="S::bbogale@vols.utk.edu::d4c0fee3-5d52-4f5e-ad42-485b52f2a074" providerId="AD" clId="Web-{44B756D7-89E7-783B-2BBA-857F84AC78C3}" dt="2024-12-02T02:55:25.161" v="45"/>
          <ac:picMkLst>
            <pc:docMk/>
            <pc:sldMk cId="1265744385" sldId="388"/>
            <ac:picMk id="12" creationId="{D0F81309-818C-8875-ED37-A1745C18F79C}"/>
          </ac:picMkLst>
        </pc:picChg>
      </pc:sldChg>
      <pc:sldChg chg="ord">
        <pc:chgData name="Bogale, Befikir Teferi" userId="S::bbogale@vols.utk.edu::d4c0fee3-5d52-4f5e-ad42-485b52f2a074" providerId="AD" clId="Web-{44B756D7-89E7-783B-2BBA-857F84AC78C3}" dt="2024-12-02T02:52:00.539" v="0"/>
        <pc:sldMkLst>
          <pc:docMk/>
          <pc:sldMk cId="1563822252" sldId="390"/>
        </pc:sldMkLst>
      </pc:sldChg>
      <pc:sldChg chg="addSp delSp modSp add mod replId modShow">
        <pc:chgData name="Bogale, Befikir Teferi" userId="S::bbogale@vols.utk.edu::d4c0fee3-5d52-4f5e-ad42-485b52f2a074" providerId="AD" clId="Web-{44B756D7-89E7-783B-2BBA-857F84AC78C3}" dt="2024-12-02T03:52:11.724" v="482"/>
        <pc:sldMkLst>
          <pc:docMk/>
          <pc:sldMk cId="1548354670" sldId="393"/>
        </pc:sldMkLst>
        <pc:spChg chg="del">
          <ac:chgData name="Bogale, Befikir Teferi" userId="S::bbogale@vols.utk.edu::d4c0fee3-5d52-4f5e-ad42-485b52f2a074" providerId="AD" clId="Web-{44B756D7-89E7-783B-2BBA-857F84AC78C3}" dt="2024-12-02T03:47:30.977" v="267"/>
          <ac:spMkLst>
            <pc:docMk/>
            <pc:sldMk cId="1548354670" sldId="393"/>
            <ac:spMk id="3" creationId="{CD19BB4D-BFFB-0FDE-7722-854BF81B5DF1}"/>
          </ac:spMkLst>
        </pc:spChg>
        <pc:spChg chg="add mod">
          <ac:chgData name="Bogale, Befikir Teferi" userId="S::bbogale@vols.utk.edu::d4c0fee3-5d52-4f5e-ad42-485b52f2a074" providerId="AD" clId="Web-{44B756D7-89E7-783B-2BBA-857F84AC78C3}" dt="2024-12-02T03:47:43.102" v="272" actId="14100"/>
          <ac:spMkLst>
            <pc:docMk/>
            <pc:sldMk cId="1548354670" sldId="393"/>
            <ac:spMk id="4" creationId="{8D113583-6C11-D9D6-5BEC-68E2FD89BA88}"/>
          </ac:spMkLst>
        </pc:spChg>
        <pc:spChg chg="mod">
          <ac:chgData name="Bogale, Befikir Teferi" userId="S::bbogale@vols.utk.edu::d4c0fee3-5d52-4f5e-ad42-485b52f2a074" providerId="AD" clId="Web-{44B756D7-89E7-783B-2BBA-857F84AC78C3}" dt="2024-12-02T03:49:50.526" v="345" actId="1076"/>
          <ac:spMkLst>
            <pc:docMk/>
            <pc:sldMk cId="1548354670" sldId="393"/>
            <ac:spMk id="7" creationId="{03044EDA-8BE6-E977-3E2A-51964F289531}"/>
          </ac:spMkLst>
        </pc:spChg>
        <pc:spChg chg="mod">
          <ac:chgData name="Bogale, Befikir Teferi" userId="S::bbogale@vols.utk.edu::d4c0fee3-5d52-4f5e-ad42-485b52f2a074" providerId="AD" clId="Web-{44B756D7-89E7-783B-2BBA-857F84AC78C3}" dt="2024-12-02T03:49:50.542" v="346" actId="1076"/>
          <ac:spMkLst>
            <pc:docMk/>
            <pc:sldMk cId="1548354670" sldId="393"/>
            <ac:spMk id="8" creationId="{50D62CDA-DDE7-9308-1DB8-135E4DF2C9BB}"/>
          </ac:spMkLst>
        </pc:spChg>
        <pc:spChg chg="mod">
          <ac:chgData name="Bogale, Befikir Teferi" userId="S::bbogale@vols.utk.edu::d4c0fee3-5d52-4f5e-ad42-485b52f2a074" providerId="AD" clId="Web-{44B756D7-89E7-783B-2BBA-857F84AC78C3}" dt="2024-12-02T03:49:50.542" v="347" actId="1076"/>
          <ac:spMkLst>
            <pc:docMk/>
            <pc:sldMk cId="1548354670" sldId="393"/>
            <ac:spMk id="9" creationId="{AA5A56BE-A7DE-645C-3B5C-C3BAAB7811B0}"/>
          </ac:spMkLst>
        </pc:spChg>
        <pc:spChg chg="mod">
          <ac:chgData name="Bogale, Befikir Teferi" userId="S::bbogale@vols.utk.edu::d4c0fee3-5d52-4f5e-ad42-485b52f2a074" providerId="AD" clId="Web-{44B756D7-89E7-783B-2BBA-857F84AC78C3}" dt="2024-12-02T03:49:50.558" v="348" actId="1076"/>
          <ac:spMkLst>
            <pc:docMk/>
            <pc:sldMk cId="1548354670" sldId="393"/>
            <ac:spMk id="10" creationId="{5E861FC8-1FF4-8578-E679-0FC5C4D9A58D}"/>
          </ac:spMkLst>
        </pc:spChg>
        <pc:spChg chg="add mod">
          <ac:chgData name="Bogale, Befikir Teferi" userId="S::bbogale@vols.utk.edu::d4c0fee3-5d52-4f5e-ad42-485b52f2a074" providerId="AD" clId="Web-{44B756D7-89E7-783B-2BBA-857F84AC78C3}" dt="2024-12-02T03:51:54.974" v="478" actId="20577"/>
          <ac:spMkLst>
            <pc:docMk/>
            <pc:sldMk cId="1548354670" sldId="393"/>
            <ac:spMk id="12" creationId="{A1CE9B55-64E8-28B4-9B84-704C7D562D78}"/>
          </ac:spMkLst>
        </pc:spChg>
        <pc:spChg chg="add del mod">
          <ac:chgData name="Bogale, Befikir Teferi" userId="S::bbogale@vols.utk.edu::d4c0fee3-5d52-4f5e-ad42-485b52f2a074" providerId="AD" clId="Web-{44B756D7-89E7-783B-2BBA-857F84AC78C3}" dt="2024-12-02T03:47:46.321" v="274"/>
          <ac:spMkLst>
            <pc:docMk/>
            <pc:sldMk cId="1548354670" sldId="393"/>
            <ac:spMk id="14" creationId="{F102646E-E596-B357-7F9C-C622AD67457D}"/>
          </ac:spMkLst>
        </pc:spChg>
        <pc:spChg chg="del">
          <ac:chgData name="Bogale, Befikir Teferi" userId="S::bbogale@vols.utk.edu::d4c0fee3-5d52-4f5e-ad42-485b52f2a074" providerId="AD" clId="Web-{44B756D7-89E7-783B-2BBA-857F84AC78C3}" dt="2024-12-02T03:52:07.255" v="481"/>
          <ac:spMkLst>
            <pc:docMk/>
            <pc:sldMk cId="1548354670" sldId="393"/>
            <ac:spMk id="20" creationId="{848A570E-93A4-ED52-1D36-9FE58ED95F5E}"/>
          </ac:spMkLst>
        </pc:spChg>
      </pc:sldChg>
      <pc:sldChg chg="modSp add mod replId modShow">
        <pc:chgData name="Bogale, Befikir Teferi" userId="S::bbogale@vols.utk.edu::d4c0fee3-5d52-4f5e-ad42-485b52f2a074" providerId="AD" clId="Web-{44B756D7-89E7-783B-2BBA-857F84AC78C3}" dt="2024-12-02T03:55:20.743" v="652"/>
        <pc:sldMkLst>
          <pc:docMk/>
          <pc:sldMk cId="2356415988" sldId="394"/>
        </pc:sldMkLst>
        <pc:spChg chg="mod">
          <ac:chgData name="Bogale, Befikir Teferi" userId="S::bbogale@vols.utk.edu::d4c0fee3-5d52-4f5e-ad42-485b52f2a074" providerId="AD" clId="Web-{44B756D7-89E7-783B-2BBA-857F84AC78C3}" dt="2024-12-02T03:54:41.680" v="647" actId="20577"/>
          <ac:spMkLst>
            <pc:docMk/>
            <pc:sldMk cId="2356415988" sldId="394"/>
            <ac:spMk id="17" creationId="{3DFE70C9-B12A-E3A5-14EB-0F5B76A75D75}"/>
          </ac:spMkLst>
        </pc:spChg>
        <pc:spChg chg="mod">
          <ac:chgData name="Bogale, Befikir Teferi" userId="S::bbogale@vols.utk.edu::d4c0fee3-5d52-4f5e-ad42-485b52f2a074" providerId="AD" clId="Web-{44B756D7-89E7-783B-2BBA-857F84AC78C3}" dt="2024-12-02T03:55:20.743" v="652"/>
          <ac:spMkLst>
            <pc:docMk/>
            <pc:sldMk cId="2356415988" sldId="394"/>
            <ac:spMk id="20" creationId="{848A570E-93A4-ED52-1D36-9FE58ED95F5E}"/>
          </ac:spMkLst>
        </pc:spChg>
      </pc:sldChg>
    </pc:docChg>
  </pc:docChgLst>
  <pc:docChgLst>
    <pc:chgData name="Rader, Cameron Joseph" userId="S::crader6@vols.utk.edu::acfdebc0-ce72-4a48-bf57-7984b2bdef83" providerId="AD" clId="Web-{491BDEF1-6F52-A1A2-48C2-6158ED69DDDE}"/>
    <pc:docChg chg="addSld delSld modSld modSection">
      <pc:chgData name="Rader, Cameron Joseph" userId="S::crader6@vols.utk.edu::acfdebc0-ce72-4a48-bf57-7984b2bdef83" providerId="AD" clId="Web-{491BDEF1-6F52-A1A2-48C2-6158ED69DDDE}" dt="2024-12-04T01:17:18.539" v="5" actId="20577"/>
      <pc:docMkLst>
        <pc:docMk/>
      </pc:docMkLst>
      <pc:sldChg chg="modSp">
        <pc:chgData name="Rader, Cameron Joseph" userId="S::crader6@vols.utk.edu::acfdebc0-ce72-4a48-bf57-7984b2bdef83" providerId="AD" clId="Web-{491BDEF1-6F52-A1A2-48C2-6158ED69DDDE}" dt="2024-12-04T01:17:18.539" v="5" actId="20577"/>
        <pc:sldMkLst>
          <pc:docMk/>
          <pc:sldMk cId="800611340" sldId="396"/>
        </pc:sldMkLst>
        <pc:spChg chg="mod">
          <ac:chgData name="Rader, Cameron Joseph" userId="S::crader6@vols.utk.edu::acfdebc0-ce72-4a48-bf57-7984b2bdef83" providerId="AD" clId="Web-{491BDEF1-6F52-A1A2-48C2-6158ED69DDDE}" dt="2024-12-04T01:17:18.539" v="5" actId="20577"/>
          <ac:spMkLst>
            <pc:docMk/>
            <pc:sldMk cId="800611340" sldId="396"/>
            <ac:spMk id="8" creationId="{B2D30409-3974-5D34-F79C-03F323F3BA23}"/>
          </ac:spMkLst>
        </pc:spChg>
      </pc:sldChg>
      <pc:sldChg chg="new del">
        <pc:chgData name="Rader, Cameron Joseph" userId="S::crader6@vols.utk.edu::acfdebc0-ce72-4a48-bf57-7984b2bdef83" providerId="AD" clId="Web-{491BDEF1-6F52-A1A2-48C2-6158ED69DDDE}" dt="2024-12-03T23:07:48.113" v="1"/>
        <pc:sldMkLst>
          <pc:docMk/>
          <pc:sldMk cId="342270474" sldId="411"/>
        </pc:sldMkLst>
      </pc:sldChg>
      <pc:sldChg chg="new del">
        <pc:chgData name="Rader, Cameron Joseph" userId="S::crader6@vols.utk.edu::acfdebc0-ce72-4a48-bf57-7984b2bdef83" providerId="AD" clId="Web-{491BDEF1-6F52-A1A2-48C2-6158ED69DDDE}" dt="2024-12-03T23:08:26.489" v="3"/>
        <pc:sldMkLst>
          <pc:docMk/>
          <pc:sldMk cId="2865197695" sldId="411"/>
        </pc:sldMkLst>
      </pc:sldChg>
    </pc:docChg>
  </pc:docChgLst>
  <pc:docChgLst>
    <pc:chgData name="Tripathy, Sujit Kumar" userId="S::stripat3@vols.utk.edu::20b4f23d-8b17-460e-bd1f-b1eb67ffafec" providerId="AD" clId="Web-{2F7C47C0-353C-8367-A5FD-087001EE5052}"/>
    <pc:docChg chg="modSld">
      <pc:chgData name="Tripathy, Sujit Kumar" userId="S::stripat3@vols.utk.edu::20b4f23d-8b17-460e-bd1f-b1eb67ffafec" providerId="AD" clId="Web-{2F7C47C0-353C-8367-A5FD-087001EE5052}" dt="2024-12-02T18:27:00.340" v="4" actId="20577"/>
      <pc:docMkLst>
        <pc:docMk/>
      </pc:docMkLst>
      <pc:sldChg chg="modSp">
        <pc:chgData name="Tripathy, Sujit Kumar" userId="S::stripat3@vols.utk.edu::20b4f23d-8b17-460e-bd1f-b1eb67ffafec" providerId="AD" clId="Web-{2F7C47C0-353C-8367-A5FD-087001EE5052}" dt="2024-12-02T18:27:00.340" v="4" actId="20577"/>
        <pc:sldMkLst>
          <pc:docMk/>
          <pc:sldMk cId="3478402976" sldId="392"/>
        </pc:sldMkLst>
        <pc:spChg chg="mod">
          <ac:chgData name="Tripathy, Sujit Kumar" userId="S::stripat3@vols.utk.edu::20b4f23d-8b17-460e-bd1f-b1eb67ffafec" providerId="AD" clId="Web-{2F7C47C0-353C-8367-A5FD-087001EE5052}" dt="2024-12-02T18:27:00.340" v="4" actId="20577"/>
          <ac:spMkLst>
            <pc:docMk/>
            <pc:sldMk cId="3478402976" sldId="392"/>
            <ac:spMk id="10" creationId="{A1C65A49-8691-E020-EEA0-D53BD491B39E}"/>
          </ac:spMkLst>
        </pc:spChg>
      </pc:sldChg>
    </pc:docChg>
  </pc:docChgLst>
  <pc:docChgLst>
    <pc:chgData name="Tripathy, Sujit Kumar" userId="S::stripat3@vols.utk.edu::20b4f23d-8b17-460e-bd1f-b1eb67ffafec" providerId="AD" clId="Web-{00E256FB-792E-7B6F-031D-F94696FFB856}"/>
    <pc:docChg chg="modSld">
      <pc:chgData name="Tripathy, Sujit Kumar" userId="S::stripat3@vols.utk.edu::20b4f23d-8b17-460e-bd1f-b1eb67ffafec" providerId="AD" clId="Web-{00E256FB-792E-7B6F-031D-F94696FFB856}" dt="2024-12-02T21:52:22.786" v="77" actId="1076"/>
      <pc:docMkLst>
        <pc:docMk/>
      </pc:docMkLst>
      <pc:sldChg chg="modSp">
        <pc:chgData name="Tripathy, Sujit Kumar" userId="S::stripat3@vols.utk.edu::20b4f23d-8b17-460e-bd1f-b1eb67ffafec" providerId="AD" clId="Web-{00E256FB-792E-7B6F-031D-F94696FFB856}" dt="2024-12-02T21:19:22.069" v="41" actId="20577"/>
        <pc:sldMkLst>
          <pc:docMk/>
          <pc:sldMk cId="1802674847" sldId="395"/>
        </pc:sldMkLst>
        <pc:spChg chg="mod">
          <ac:chgData name="Tripathy, Sujit Kumar" userId="S::stripat3@vols.utk.edu::20b4f23d-8b17-460e-bd1f-b1eb67ffafec" providerId="AD" clId="Web-{00E256FB-792E-7B6F-031D-F94696FFB856}" dt="2024-12-02T21:19:22.069" v="41" actId="20577"/>
          <ac:spMkLst>
            <pc:docMk/>
            <pc:sldMk cId="1802674847" sldId="395"/>
            <ac:spMk id="3" creationId="{454ACF77-D022-4675-2B48-A8BF276D63A0}"/>
          </ac:spMkLst>
        </pc:spChg>
      </pc:sldChg>
      <pc:sldChg chg="addSp delSp modSp">
        <pc:chgData name="Tripathy, Sujit Kumar" userId="S::stripat3@vols.utk.edu::20b4f23d-8b17-460e-bd1f-b1eb67ffafec" providerId="AD" clId="Web-{00E256FB-792E-7B6F-031D-F94696FFB856}" dt="2024-12-02T21:52:22.786" v="77" actId="1076"/>
        <pc:sldMkLst>
          <pc:docMk/>
          <pc:sldMk cId="3790137568" sldId="398"/>
        </pc:sldMkLst>
        <pc:spChg chg="add del mod">
          <ac:chgData name="Tripathy, Sujit Kumar" userId="S::stripat3@vols.utk.edu::20b4f23d-8b17-460e-bd1f-b1eb67ffafec" providerId="AD" clId="Web-{00E256FB-792E-7B6F-031D-F94696FFB856}" dt="2024-12-02T21:49:54.249" v="52"/>
          <ac:spMkLst>
            <pc:docMk/>
            <pc:sldMk cId="3790137568" sldId="398"/>
            <ac:spMk id="4" creationId="{A279748E-6F3A-6CCB-1F3F-888018FED4BB}"/>
          </ac:spMkLst>
        </pc:spChg>
        <pc:spChg chg="add mod">
          <ac:chgData name="Tripathy, Sujit Kumar" userId="S::stripat3@vols.utk.edu::20b4f23d-8b17-460e-bd1f-b1eb67ffafec" providerId="AD" clId="Web-{00E256FB-792E-7B6F-031D-F94696FFB856}" dt="2024-12-02T21:52:22.786" v="77" actId="1076"/>
          <ac:spMkLst>
            <pc:docMk/>
            <pc:sldMk cId="3790137568" sldId="398"/>
            <ac:spMk id="6" creationId="{C49EFFF1-E236-2DDB-7555-707E0F43D8C0}"/>
          </ac:spMkLst>
        </pc:spChg>
        <pc:spChg chg="add mod">
          <ac:chgData name="Tripathy, Sujit Kumar" userId="S::stripat3@vols.utk.edu::20b4f23d-8b17-460e-bd1f-b1eb67ffafec" providerId="AD" clId="Web-{00E256FB-792E-7B6F-031D-F94696FFB856}" dt="2024-12-02T21:50:25.063" v="58" actId="14100"/>
          <ac:spMkLst>
            <pc:docMk/>
            <pc:sldMk cId="3790137568" sldId="398"/>
            <ac:spMk id="7" creationId="{A279748E-6F3A-6CCB-1F3F-888018FED4BB}"/>
          </ac:spMkLst>
        </pc:spChg>
        <pc:spChg chg="add mod">
          <ac:chgData name="Tripathy, Sujit Kumar" userId="S::stripat3@vols.utk.edu::20b4f23d-8b17-460e-bd1f-b1eb67ffafec" providerId="AD" clId="Web-{00E256FB-792E-7B6F-031D-F94696FFB856}" dt="2024-12-02T21:50:48.955" v="60"/>
          <ac:spMkLst>
            <pc:docMk/>
            <pc:sldMk cId="3790137568" sldId="398"/>
            <ac:spMk id="8" creationId="{9BD4783D-9BE7-F42D-CFE7-C3D7BC79B7CF}"/>
          </ac:spMkLst>
        </pc:spChg>
        <pc:spChg chg="add mod">
          <ac:chgData name="Tripathy, Sujit Kumar" userId="S::stripat3@vols.utk.edu::20b4f23d-8b17-460e-bd1f-b1eb67ffafec" providerId="AD" clId="Web-{00E256FB-792E-7B6F-031D-F94696FFB856}" dt="2024-12-02T21:51:16.253" v="64" actId="14100"/>
          <ac:spMkLst>
            <pc:docMk/>
            <pc:sldMk cId="3790137568" sldId="398"/>
            <ac:spMk id="9" creationId="{E0881BCD-8865-0888-B4A8-08A1DF8D1FD5}"/>
          </ac:spMkLst>
        </pc:spChg>
        <pc:spChg chg="add mod">
          <ac:chgData name="Tripathy, Sujit Kumar" userId="S::stripat3@vols.utk.edu::20b4f23d-8b17-460e-bd1f-b1eb67ffafec" providerId="AD" clId="Web-{00E256FB-792E-7B6F-031D-F94696FFB856}" dt="2024-12-02T21:51:39.285" v="68" actId="14100"/>
          <ac:spMkLst>
            <pc:docMk/>
            <pc:sldMk cId="3790137568" sldId="398"/>
            <ac:spMk id="10" creationId="{BCF38D3B-3706-ECC2-6E95-DED491755A1B}"/>
          </ac:spMkLst>
        </pc:spChg>
        <pc:spChg chg="add mod">
          <ac:chgData name="Tripathy, Sujit Kumar" userId="S::stripat3@vols.utk.edu::20b4f23d-8b17-460e-bd1f-b1eb67ffafec" providerId="AD" clId="Web-{00E256FB-792E-7B6F-031D-F94696FFB856}" dt="2024-12-02T21:52:10.489" v="75" actId="1076"/>
          <ac:spMkLst>
            <pc:docMk/>
            <pc:sldMk cId="3790137568" sldId="398"/>
            <ac:spMk id="11" creationId="{559CDA2C-B2E4-CAF4-844D-C1892196FBC6}"/>
          </ac:spMkLst>
        </pc:spChg>
      </pc:sldChg>
    </pc:docChg>
  </pc:docChgLst>
  <pc:docChgLst>
    <pc:chgData name="Tripathy, Sujit Kumar" userId="S::stripat3@vols.utk.edu::20b4f23d-8b17-460e-bd1f-b1eb67ffafec" providerId="AD" clId="Web-{DAD01A3A-38B6-28B0-0A17-361F67416E71}"/>
    <pc:docChg chg="modSld">
      <pc:chgData name="Tripathy, Sujit Kumar" userId="S::stripat3@vols.utk.edu::20b4f23d-8b17-460e-bd1f-b1eb67ffafec" providerId="AD" clId="Web-{DAD01A3A-38B6-28B0-0A17-361F67416E71}" dt="2024-12-02T19:22:50.883" v="43" actId="20577"/>
      <pc:docMkLst>
        <pc:docMk/>
      </pc:docMkLst>
      <pc:sldChg chg="modSp">
        <pc:chgData name="Tripathy, Sujit Kumar" userId="S::stripat3@vols.utk.edu::20b4f23d-8b17-460e-bd1f-b1eb67ffafec" providerId="AD" clId="Web-{DAD01A3A-38B6-28B0-0A17-361F67416E71}" dt="2024-12-02T19:22:50.883" v="43" actId="20577"/>
        <pc:sldMkLst>
          <pc:docMk/>
          <pc:sldMk cId="1607528716" sldId="402"/>
        </pc:sldMkLst>
        <pc:spChg chg="mod">
          <ac:chgData name="Tripathy, Sujit Kumar" userId="S::stripat3@vols.utk.edu::20b4f23d-8b17-460e-bd1f-b1eb67ffafec" providerId="AD" clId="Web-{DAD01A3A-38B6-28B0-0A17-361F67416E71}" dt="2024-12-02T19:22:50.883" v="43" actId="20577"/>
          <ac:spMkLst>
            <pc:docMk/>
            <pc:sldMk cId="1607528716" sldId="402"/>
            <ac:spMk id="3" creationId="{522076CC-F42D-591A-578B-B07D0B11512E}"/>
          </ac:spMkLst>
        </pc:spChg>
      </pc:sldChg>
    </pc:docChg>
  </pc:docChgLst>
  <pc:docChgLst>
    <pc:chgData name="Bogale, Befikir Teferi" userId="S::bbogale@vols.utk.edu::d4c0fee3-5d52-4f5e-ad42-485b52f2a074" providerId="AD" clId="Web-{A443AB62-292C-F4BF-8A07-D7FCD85F368F}"/>
    <pc:docChg chg="mod addSld modSld sldOrd addSection delSection modSection">
      <pc:chgData name="Bogale, Befikir Teferi" userId="S::bbogale@vols.utk.edu::d4c0fee3-5d52-4f5e-ad42-485b52f2a074" providerId="AD" clId="Web-{A443AB62-292C-F4BF-8A07-D7FCD85F368F}" dt="2024-12-01T22:17:20.805" v="75"/>
      <pc:docMkLst>
        <pc:docMk/>
      </pc:docMkLst>
      <pc:sldChg chg="ord">
        <pc:chgData name="Bogale, Befikir Teferi" userId="S::bbogale@vols.utk.edu::d4c0fee3-5d52-4f5e-ad42-485b52f2a074" providerId="AD" clId="Web-{A443AB62-292C-F4BF-8A07-D7FCD85F368F}" dt="2024-12-01T22:17:01.023" v="58"/>
        <pc:sldMkLst>
          <pc:docMk/>
          <pc:sldMk cId="1871417005" sldId="381"/>
        </pc:sldMkLst>
      </pc:sldChg>
      <pc:sldChg chg="mod modShow">
        <pc:chgData name="Bogale, Befikir Teferi" userId="S::bbogale@vols.utk.edu::d4c0fee3-5d52-4f5e-ad42-485b52f2a074" providerId="AD" clId="Web-{A443AB62-292C-F4BF-8A07-D7FCD85F368F}" dt="2024-12-01T22:07:45.269" v="30"/>
        <pc:sldMkLst>
          <pc:docMk/>
          <pc:sldMk cId="182926746" sldId="382"/>
        </pc:sldMkLst>
      </pc:sldChg>
      <pc:sldChg chg="modSp add mod replId modShow">
        <pc:chgData name="Bogale, Befikir Teferi" userId="S::bbogale@vols.utk.edu::d4c0fee3-5d52-4f5e-ad42-485b52f2a074" providerId="AD" clId="Web-{A443AB62-292C-F4BF-8A07-D7FCD85F368F}" dt="2024-12-01T22:07:42.909" v="29"/>
        <pc:sldMkLst>
          <pc:docMk/>
          <pc:sldMk cId="1563822252" sldId="390"/>
        </pc:sldMkLst>
        <pc:spChg chg="mod">
          <ac:chgData name="Bogale, Befikir Teferi" userId="S::bbogale@vols.utk.edu::d4c0fee3-5d52-4f5e-ad42-485b52f2a074" providerId="AD" clId="Web-{A443AB62-292C-F4BF-8A07-D7FCD85F368F}" dt="2024-12-01T21:50:50.614" v="28" actId="1076"/>
          <ac:spMkLst>
            <pc:docMk/>
            <pc:sldMk cId="1563822252" sldId="390"/>
            <ac:spMk id="2" creationId="{1D83D315-6FB3-A0B4-467A-5E7CB58EAF94}"/>
          </ac:spMkLst>
        </pc:spChg>
        <pc:spChg chg="mod">
          <ac:chgData name="Bogale, Befikir Teferi" userId="S::bbogale@vols.utk.edu::d4c0fee3-5d52-4f5e-ad42-485b52f2a074" providerId="AD" clId="Web-{A443AB62-292C-F4BF-8A07-D7FCD85F368F}" dt="2024-12-01T21:49:33.269" v="23" actId="14100"/>
          <ac:spMkLst>
            <pc:docMk/>
            <pc:sldMk cId="1563822252" sldId="390"/>
            <ac:spMk id="3" creationId="{589BBC41-B07E-7D08-A64E-AC101D2FF3F7}"/>
          </ac:spMkLst>
        </pc:spChg>
      </pc:sldChg>
      <pc:sldChg chg="addSp delSp modSp add mod replId modShow">
        <pc:chgData name="Bogale, Befikir Teferi" userId="S::bbogale@vols.utk.edu::d4c0fee3-5d52-4f5e-ad42-485b52f2a074" providerId="AD" clId="Web-{A443AB62-292C-F4BF-8A07-D7FCD85F368F}" dt="2024-12-01T22:13:43.266" v="48"/>
        <pc:sldMkLst>
          <pc:docMk/>
          <pc:sldMk cId="171201817" sldId="391"/>
        </pc:sldMkLst>
      </pc:sldChg>
      <pc:sldChg chg="addSp delSp modSp add ord replId">
        <pc:chgData name="Bogale, Befikir Teferi" userId="S::bbogale@vols.utk.edu::d4c0fee3-5d52-4f5e-ad42-485b52f2a074" providerId="AD" clId="Web-{A443AB62-292C-F4BF-8A07-D7FCD85F368F}" dt="2024-12-01T22:17:20.805" v="75"/>
        <pc:sldMkLst>
          <pc:docMk/>
          <pc:sldMk cId="3478402976" sldId="392"/>
        </pc:sldMkLst>
        <pc:spChg chg="mod">
          <ac:chgData name="Bogale, Befikir Teferi" userId="S::bbogale@vols.utk.edu::d4c0fee3-5d52-4f5e-ad42-485b52f2a074" providerId="AD" clId="Web-{A443AB62-292C-F4BF-8A07-D7FCD85F368F}" dt="2024-12-01T22:17:13.633" v="70" actId="20577"/>
          <ac:spMkLst>
            <pc:docMk/>
            <pc:sldMk cId="3478402976" sldId="392"/>
            <ac:spMk id="6" creationId="{F15B8470-502D-718F-F29A-5A93CF6B0D39}"/>
          </ac:spMkLst>
        </pc:spChg>
        <pc:spChg chg="add mod">
          <ac:chgData name="Bogale, Befikir Teferi" userId="S::bbogale@vols.utk.edu::d4c0fee3-5d52-4f5e-ad42-485b52f2a074" providerId="AD" clId="Web-{A443AB62-292C-F4BF-8A07-D7FCD85F368F}" dt="2024-12-01T22:17:20.758" v="74"/>
          <ac:spMkLst>
            <pc:docMk/>
            <pc:sldMk cId="3478402976" sldId="392"/>
            <ac:spMk id="10" creationId="{A1C65A49-8691-E020-EEA0-D53BD491B39E}"/>
          </ac:spMkLst>
        </pc:spChg>
        <pc:spChg chg="add mod">
          <ac:chgData name="Bogale, Befikir Teferi" userId="S::bbogale@vols.utk.edu::d4c0fee3-5d52-4f5e-ad42-485b52f2a074" providerId="AD" clId="Web-{A443AB62-292C-F4BF-8A07-D7FCD85F368F}" dt="2024-12-01T22:17:20.805" v="75"/>
          <ac:spMkLst>
            <pc:docMk/>
            <pc:sldMk cId="3478402976" sldId="392"/>
            <ac:spMk id="12" creationId="{AC8489D9-5291-38DF-77BD-7B6FDF9E27B8}"/>
          </ac:spMkLst>
        </pc:spChg>
      </pc:sldChg>
    </pc:docChg>
  </pc:docChgLst>
  <pc:docChgLst>
    <pc:chgData name="Bogale, Befikir Teferi" userId="S::bbogale@vols.utk.edu::d4c0fee3-5d52-4f5e-ad42-485b52f2a074" providerId="AD" clId="Web-{FCB6EBFD-D04B-7715-E44D-AFB72E13CEEC}"/>
    <pc:docChg chg="delSld modSection">
      <pc:chgData name="Bogale, Befikir Teferi" userId="S::bbogale@vols.utk.edu::d4c0fee3-5d52-4f5e-ad42-485b52f2a074" providerId="AD" clId="Web-{FCB6EBFD-D04B-7715-E44D-AFB72E13CEEC}" dt="2024-12-02T12:02:34.405" v="0"/>
      <pc:docMkLst>
        <pc:docMk/>
      </pc:docMkLst>
      <pc:sldChg chg="del">
        <pc:chgData name="Bogale, Befikir Teferi" userId="S::bbogale@vols.utk.edu::d4c0fee3-5d52-4f5e-ad42-485b52f2a074" providerId="AD" clId="Web-{FCB6EBFD-D04B-7715-E44D-AFB72E13CEEC}" dt="2024-12-02T12:02:34.405" v="0"/>
        <pc:sldMkLst>
          <pc:docMk/>
          <pc:sldMk cId="171201817" sldId="391"/>
        </pc:sldMkLst>
      </pc:sldChg>
    </pc:docChg>
  </pc:docChgLst>
</pc:chgInfo>
</file>

<file path=ppt/comments/modernComment_17E_AE73D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6E92A9-5FCD-47B5-B372-F8028018F3CA}" authorId="{DDBF1119-4130-4511-8665-F748CFCBAAA2}" created="2024-12-02T05:45:51.149">
    <pc:sldMkLst xmlns:pc="http://schemas.microsoft.com/office/powerpoint/2013/main/command">
      <pc:docMk/>
      <pc:sldMk cId="182926746" sldId="382"/>
    </pc:sldMkLst>
    <p188:replyLst>
      <p188:reply id="{A5F130D6-94C7-44CE-AD4C-D974C6E80010}" authorId="{4200429C-EB67-F647-82D3-50CE072050CE}" created="2024-12-02T18:36:47.950">
        <p188:txBody>
          <a:bodyPr/>
          <a:lstStyle/>
          <a:p>
            <a:r>
              <a:rPr lang="en-US"/>
              <a:t>RAG has been cited in final slide.</a:t>
            </a:r>
          </a:p>
        </p188:txBody>
      </p188:reply>
    </p188:replyLst>
    <p188:txBody>
      <a:bodyPr/>
      <a:lstStyle/>
      <a:p>
        <a:r>
          <a:rPr lang="en-US"/>
          <a:t>Cite</a:t>
        </a:r>
      </a:p>
    </p188:txBody>
  </p188:cm>
</p188:cmLst>
</file>

<file path=ppt/comments/modernComment_183_363D8F1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C4BC6D-600C-4BBE-849F-B21B0AF1613A}" authorId="{DDBF1119-4130-4511-8665-F748CFCBAAA2}" created="2024-12-01T22:22:36.979">
    <pc:sldMkLst xmlns:pc="http://schemas.microsoft.com/office/powerpoint/2013/main/command">
      <pc:docMk/>
      <pc:sldMk cId="910003999" sldId="387"/>
    </pc:sldMkLst>
    <p188:txBody>
      <a:bodyPr/>
      <a:lstStyle/>
      <a:p>
        <a:r>
          <a:rPr lang="en-US"/>
          <a:t>One slide on BERTscore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12-02T02:52:17.888" authorId="{4200429C-EB67-F647-82D3-50CE072050CE}"/>
          </p223:rxn>
        </p223:reactions>
      </p:ext>
    </p188:extLst>
  </p188:cm>
</p188:cmLst>
</file>

<file path=ppt/comments/modernComment_185_3C2363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2787B5-45C9-43BE-8ECF-FAC7C1D07241}" authorId="{5AED438D-DFA2-A25E-FDB0-3D3DE75B217A}" created="2024-12-01T22:15:11.613">
    <pc:sldMkLst xmlns:pc="http://schemas.microsoft.com/office/powerpoint/2013/main/command">
      <pc:docMk/>
      <pc:sldMk cId="1008952233" sldId="389"/>
    </pc:sldMkLst>
    <p188:replyLst>
      <p188:reply id="{F2E33CDB-5413-434A-9543-EA431D50D8A4}" authorId="{DDBF1119-4130-4511-8665-F748CFCBAAA2}" created="2024-12-01T22:19:46.865">
        <p188:txBody>
          <a:bodyPr/>
          <a:lstStyle/>
          <a:p>
            <a:r>
              <a:rPr lang="en-US"/>
              <a:t>Comparing different RAG pipelines</a:t>
            </a:r>
          </a:p>
        </p188:txBody>
      </p188:reply>
    </p188:replyLst>
    <p188:txBody>
      <a:bodyPr/>
      <a:lstStyle/>
      <a:p>
        <a:r>
          <a:rPr lang="en-US"/>
          <a:t>Table, (Bert Score, Precision, F1)
Table (Q, C, A, T)</a:t>
        </a:r>
      </a:p>
    </p188:txBody>
  </p188:cm>
</p188:cmLst>
</file>

<file path=ppt/comments/modernComment_188_CF5437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055007D-F146-48F8-84F7-4F0CBD47CCE9}" authorId="{DDBF1119-4130-4511-8665-F748CFCBAAA2}" created="2024-12-02T05:43:44.410">
    <pc:sldMkLst xmlns:pc="http://schemas.microsoft.com/office/powerpoint/2013/main/command">
      <pc:docMk/>
      <pc:sldMk cId="3478402976" sldId="392"/>
    </pc:sldMkLst>
    <p188:replyLst>
      <p188:reply id="{9A7175BF-DC1E-4CE9-967C-82E4BA9B2A5A}" authorId="{4200429C-EB67-F647-82D3-50CE072050CE}" created="2024-12-02T18:28:43.375">
        <p188:txBody>
          <a:bodyPr/>
          <a:lstStyle/>
          <a:p>
            <a:r>
              <a:rPr lang="en-US"/>
              <a:t>We have cited it in final slide</a:t>
            </a:r>
          </a:p>
        </p188:txBody>
      </p188:reply>
    </p188:replyLst>
    <p188:txBody>
      <a:bodyPr/>
      <a:lstStyle/>
      <a:p>
        <a:r>
          <a:rPr lang="en-US"/>
          <a:t>Cite the BERT paper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12-02T18:28:35.050" authorId="{4200429C-EB67-F647-82D3-50CE072050CE}"/>
          </p223:rxn>
        </p223:reactions>
      </p:ext>
    </p188:extLst>
  </p188:cm>
</p188:cmLst>
</file>

<file path=ppt/comments/modernComment_192_5FD0F10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045935-6509-4D94-A347-F1DC830EC298}" authorId="{4200429C-EB67-F647-82D3-50CE072050CE}" created="2024-12-02T18:29:03.416">
    <pc:sldMkLst xmlns:pc="http://schemas.microsoft.com/office/powerpoint/2013/main/command">
      <pc:docMk/>
      <pc:sldMk cId="1607528716" sldId="402"/>
    </pc:sldMkLst>
    <p188:txBody>
      <a:bodyPr/>
      <a:lstStyle/>
      <a:p>
        <a:r>
          <a:rPr lang="en-US"/>
          <a:t>What goes on this slide?
</a:t>
        </a:r>
      </a:p>
    </p188:txBody>
  </p188:cm>
</p188:cmLst>
</file>

<file path=ppt/comments/modernComment_193_5D87C7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CC8335E-D842-4AC6-86A8-9C8B47E62103}" authorId="{5AED438D-DFA2-A25E-FDB0-3D3DE75B217A}" created="2024-12-02T18:25:21.574">
    <pc:sldMkLst xmlns:pc="http://schemas.microsoft.com/office/powerpoint/2013/main/command">
      <pc:docMk/>
      <pc:sldMk cId="1569179534" sldId="403"/>
    </pc:sldMkLst>
    <p188:txBody>
      <a:bodyPr/>
      <a:lstStyle/>
      <a:p>
        <a:r>
          <a:rPr lang="en-US"/>
          <a:t>We're using BERTScore both in RAG and QA. Should it instead have its own dedicated slide and we just reference it when we need to?</a:t>
        </a:r>
      </a:p>
    </p188:txBody>
  </p188:cm>
</p188:cmLst>
</file>

<file path=ppt/comments/modernComment_197_F99B96B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1FEB4A-E5AB-4510-BA06-F6208CF1F080}" authorId="{4200429C-EB67-F647-82D3-50CE072050CE}" created="2024-12-02T18:30:47.653">
    <pc:sldMkLst xmlns:pc="http://schemas.microsoft.com/office/powerpoint/2013/main/command">
      <pc:docMk/>
      <pc:sldMk cId="4187723455" sldId="407"/>
    </pc:sldMkLst>
    <p188:txBody>
      <a:bodyPr/>
      <a:lstStyle/>
      <a:p>
        <a:r>
          <a:rPr lang="en-US"/>
          <a:t>Would the graph look better offset as a waterfall?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4-12-02T21:02:09.683" authorId="{4200429C-EB67-F647-82D3-50CE072050CE}"/>
          </p223:rxn>
        </p223:reactions>
      </p:ext>
    </p188:extLst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81C264D-E06F-4B9B-B2EA-3A705EE1B102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98E6BAB-D94B-4A19-A02A-7E0BA0136044}">
      <dgm:prSet phldrT="[Text]" phldr="0"/>
      <dgm:spPr/>
      <dgm:t>
        <a:bodyPr/>
        <a:lstStyle/>
        <a:p>
          <a:pPr rtl="0"/>
          <a:r>
            <a:rPr lang="en-US">
              <a:latin typeface="Arial Nova"/>
            </a:rPr>
            <a:t>Manual QA Dataset</a:t>
          </a:r>
          <a:endParaRPr lang="en-US"/>
        </a:p>
      </dgm:t>
    </dgm:pt>
    <dgm:pt modelId="{432FDC2B-AB21-439E-9118-2EB9A28C5EF1}" type="parTrans" cxnId="{369A7283-ECA8-418A-818E-99C564984618}">
      <dgm:prSet/>
      <dgm:spPr/>
      <dgm:t>
        <a:bodyPr/>
        <a:lstStyle/>
        <a:p>
          <a:endParaRPr lang="en-US"/>
        </a:p>
      </dgm:t>
    </dgm:pt>
    <dgm:pt modelId="{01B7A165-CE06-4366-9698-3131AC638BFA}" type="sibTrans" cxnId="{369A7283-ECA8-418A-818E-99C564984618}">
      <dgm:prSet/>
      <dgm:spPr/>
      <dgm:t>
        <a:bodyPr/>
        <a:lstStyle/>
        <a:p>
          <a:endParaRPr lang="en-US"/>
        </a:p>
      </dgm:t>
    </dgm:pt>
    <dgm:pt modelId="{0180DF77-FD41-4757-80B3-D35D17DC1C5D}">
      <dgm:prSet phldrT="[Text]" phldr="0"/>
      <dgm:spPr/>
      <dgm:t>
        <a:bodyPr/>
        <a:lstStyle/>
        <a:p>
          <a:pPr rtl="0"/>
          <a:r>
            <a:rPr lang="en-US">
              <a:latin typeface="Arial Nova"/>
            </a:rPr>
            <a:t>Tokenize QA Dataset</a:t>
          </a:r>
          <a:endParaRPr lang="en-US"/>
        </a:p>
      </dgm:t>
    </dgm:pt>
    <dgm:pt modelId="{674D5AEB-C49F-4DF9-AA54-762D15CAF134}" type="parTrans" cxnId="{DF0E02B5-7677-4FEA-982E-F2873954D6F0}">
      <dgm:prSet/>
      <dgm:spPr/>
      <dgm:t>
        <a:bodyPr/>
        <a:lstStyle/>
        <a:p>
          <a:endParaRPr lang="en-US"/>
        </a:p>
      </dgm:t>
    </dgm:pt>
    <dgm:pt modelId="{338A6938-6516-439D-9742-876317A626D9}" type="sibTrans" cxnId="{DF0E02B5-7677-4FEA-982E-F2873954D6F0}">
      <dgm:prSet/>
      <dgm:spPr/>
      <dgm:t>
        <a:bodyPr/>
        <a:lstStyle/>
        <a:p>
          <a:endParaRPr lang="en-US"/>
        </a:p>
      </dgm:t>
    </dgm:pt>
    <dgm:pt modelId="{1F54A9BF-41FB-4A7A-98E3-A1FA0BF7EC1E}">
      <dgm:prSet phldrT="[Text]" phldr="0"/>
      <dgm:spPr/>
      <dgm:t>
        <a:bodyPr/>
        <a:lstStyle/>
        <a:p>
          <a:pPr rtl="0"/>
          <a:r>
            <a:rPr lang="en-US">
              <a:latin typeface="Arial Nova"/>
            </a:rPr>
            <a:t>Fine-Tune BERT with QA's</a:t>
          </a:r>
          <a:endParaRPr lang="en-US"/>
        </a:p>
      </dgm:t>
    </dgm:pt>
    <dgm:pt modelId="{3ACE4AE1-B082-40BC-8722-4539C78CB957}" type="parTrans" cxnId="{0B8856BB-F092-4CB8-8D86-47E9E710DCAF}">
      <dgm:prSet/>
      <dgm:spPr/>
      <dgm:t>
        <a:bodyPr/>
        <a:lstStyle/>
        <a:p>
          <a:endParaRPr lang="en-US"/>
        </a:p>
      </dgm:t>
    </dgm:pt>
    <dgm:pt modelId="{2A285289-3EF8-4C5E-ADED-00CDD8613B31}" type="sibTrans" cxnId="{0B8856BB-F092-4CB8-8D86-47E9E710DCAF}">
      <dgm:prSet/>
      <dgm:spPr/>
      <dgm:t>
        <a:bodyPr/>
        <a:lstStyle/>
        <a:p>
          <a:endParaRPr lang="en-US"/>
        </a:p>
      </dgm:t>
    </dgm:pt>
    <dgm:pt modelId="{BC61611E-8009-4214-B44C-9BB19226ED3E}">
      <dgm:prSet phldr="0"/>
      <dgm:spPr/>
      <dgm:t>
        <a:bodyPr/>
        <a:lstStyle/>
        <a:p>
          <a:pPr rtl="0"/>
          <a:r>
            <a:rPr lang="en-US" dirty="0">
              <a:latin typeface="Arial Nova"/>
            </a:rPr>
            <a:t>Calculate BERTScore</a:t>
          </a:r>
        </a:p>
      </dgm:t>
    </dgm:pt>
    <dgm:pt modelId="{F1D9F79C-7946-4A77-847B-AEE946C861F4}" type="parTrans" cxnId="{9EC32455-2D86-4BF3-A4DC-A24DD53D29D9}">
      <dgm:prSet/>
      <dgm:spPr/>
      <dgm:t>
        <a:bodyPr/>
        <a:lstStyle/>
        <a:p>
          <a:endParaRPr lang="en-US"/>
        </a:p>
      </dgm:t>
    </dgm:pt>
    <dgm:pt modelId="{8729942E-40C1-4B8F-94ED-86C782767EB5}" type="sibTrans" cxnId="{9EC32455-2D86-4BF3-A4DC-A24DD53D29D9}">
      <dgm:prSet/>
      <dgm:spPr/>
      <dgm:t>
        <a:bodyPr/>
        <a:lstStyle/>
        <a:p>
          <a:endParaRPr lang="en-US"/>
        </a:p>
      </dgm:t>
    </dgm:pt>
    <dgm:pt modelId="{85E0593A-5FFD-42ED-88BD-B76ED817EF7A}">
      <dgm:prSet phldr="0"/>
      <dgm:spPr/>
      <dgm:t>
        <a:bodyPr/>
        <a:lstStyle/>
        <a:p>
          <a:pPr rtl="0"/>
          <a:r>
            <a:rPr lang="en-US">
              <a:latin typeface="Arial Nova"/>
            </a:rPr>
            <a:t>Compare Inference Results</a:t>
          </a:r>
        </a:p>
      </dgm:t>
    </dgm:pt>
    <dgm:pt modelId="{DFA5E76E-3C3D-4B08-8317-9542F6648DEE}" type="parTrans" cxnId="{5E935622-3B6D-43FC-8128-7AFD1A04ECAB}">
      <dgm:prSet/>
      <dgm:spPr/>
      <dgm:t>
        <a:bodyPr/>
        <a:lstStyle/>
        <a:p>
          <a:endParaRPr lang="en-US"/>
        </a:p>
      </dgm:t>
    </dgm:pt>
    <dgm:pt modelId="{81EBF446-8F53-475F-AC3D-12FC3F73F840}" type="sibTrans" cxnId="{5E935622-3B6D-43FC-8128-7AFD1A04ECAB}">
      <dgm:prSet/>
      <dgm:spPr/>
      <dgm:t>
        <a:bodyPr/>
        <a:lstStyle/>
        <a:p>
          <a:endParaRPr lang="en-US"/>
        </a:p>
      </dgm:t>
    </dgm:pt>
    <dgm:pt modelId="{CA5E83C1-778E-49C1-BABB-9B02DD9EE3DE}">
      <dgm:prSet phldrT="[Text]" phldr="0"/>
      <dgm:spPr/>
      <dgm:t>
        <a:bodyPr/>
        <a:lstStyle/>
        <a:p>
          <a:pPr rtl="0"/>
          <a:r>
            <a:rPr lang="en-US">
              <a:latin typeface="Arial Nova"/>
            </a:rPr>
            <a:t>Automatic QA Dataset</a:t>
          </a:r>
          <a:endParaRPr lang="en-US"/>
        </a:p>
      </dgm:t>
    </dgm:pt>
    <dgm:pt modelId="{48B5BFFD-D484-4315-94E7-1A89D0B322AD}" type="parTrans" cxnId="{63D69476-B938-4550-B813-194545252C07}">
      <dgm:prSet/>
      <dgm:spPr/>
      <dgm:t>
        <a:bodyPr/>
        <a:lstStyle/>
        <a:p>
          <a:endParaRPr lang="en-US"/>
        </a:p>
      </dgm:t>
    </dgm:pt>
    <dgm:pt modelId="{6F50971F-C68B-496E-B934-60342AD74EA0}" type="sibTrans" cxnId="{63D69476-B938-4550-B813-194545252C07}">
      <dgm:prSet/>
      <dgm:spPr/>
      <dgm:t>
        <a:bodyPr/>
        <a:lstStyle/>
        <a:p>
          <a:endParaRPr lang="en-US"/>
        </a:p>
      </dgm:t>
    </dgm:pt>
    <dgm:pt modelId="{F05EE3A2-0924-421A-AC5A-60C33A315E82}" type="pres">
      <dgm:prSet presAssocID="{681C264D-E06F-4B9B-B2EA-3A705EE1B102}" presName="Name0" presStyleCnt="0">
        <dgm:presLayoutVars>
          <dgm:dir/>
          <dgm:animLvl val="lvl"/>
          <dgm:resizeHandles val="exact"/>
        </dgm:presLayoutVars>
      </dgm:prSet>
      <dgm:spPr/>
    </dgm:pt>
    <dgm:pt modelId="{7D948A00-FEA7-42F0-A4FD-C00156099F98}" type="pres">
      <dgm:prSet presAssocID="{098E6BAB-D94B-4A19-A02A-7E0BA0136044}" presName="parTxOnly" presStyleLbl="node1" presStyleIdx="0" presStyleCnt="6" custScaleX="17966" custScaleY="15225" custLinFactX="-9338" custLinFactNeighborX="-100000" custLinFactNeighborY="-65886">
        <dgm:presLayoutVars>
          <dgm:chMax val="0"/>
          <dgm:chPref val="0"/>
          <dgm:bulletEnabled val="1"/>
        </dgm:presLayoutVars>
      </dgm:prSet>
      <dgm:spPr/>
    </dgm:pt>
    <dgm:pt modelId="{1B02C0B7-C96A-43C8-9BBC-8950C4D35643}" type="pres">
      <dgm:prSet presAssocID="{01B7A165-CE06-4366-9698-3131AC638BFA}" presName="parTxOnlySpace" presStyleCnt="0"/>
      <dgm:spPr/>
    </dgm:pt>
    <dgm:pt modelId="{9178CE1E-2E9F-48FC-B4EB-C68568EEC95E}" type="pres">
      <dgm:prSet presAssocID="{CA5E83C1-778E-49C1-BABB-9B02DD9EE3DE}" presName="parTxOnly" presStyleLbl="node1" presStyleIdx="1" presStyleCnt="6" custScaleX="17747" custScaleY="16180" custLinFactX="-17463" custLinFactNeighborX="-100000" custLinFactNeighborY="-35200">
        <dgm:presLayoutVars>
          <dgm:chMax val="0"/>
          <dgm:chPref val="0"/>
          <dgm:bulletEnabled val="1"/>
        </dgm:presLayoutVars>
      </dgm:prSet>
      <dgm:spPr/>
    </dgm:pt>
    <dgm:pt modelId="{FB66355B-24CC-4501-B3BF-085289A09556}" type="pres">
      <dgm:prSet presAssocID="{6F50971F-C68B-496E-B934-60342AD74EA0}" presName="parTxOnlySpace" presStyleCnt="0"/>
      <dgm:spPr/>
    </dgm:pt>
    <dgm:pt modelId="{1707C311-2F97-46CB-AFF3-812122910BAF}" type="pres">
      <dgm:prSet presAssocID="{0180DF77-FD41-4757-80B3-D35D17DC1C5D}" presName="parTxOnly" presStyleLbl="node1" presStyleIdx="2" presStyleCnt="6" custScaleX="16681" custScaleY="18370" custLinFactX="-2878" custLinFactNeighborX="-100000" custLinFactNeighborY="-49923">
        <dgm:presLayoutVars>
          <dgm:chMax val="0"/>
          <dgm:chPref val="0"/>
          <dgm:bulletEnabled val="1"/>
        </dgm:presLayoutVars>
      </dgm:prSet>
      <dgm:spPr/>
    </dgm:pt>
    <dgm:pt modelId="{8FF5DDA1-5738-4D17-ADF7-8B21D0C9F380}" type="pres">
      <dgm:prSet presAssocID="{338A6938-6516-439D-9742-876317A626D9}" presName="parTxOnlySpace" presStyleCnt="0"/>
      <dgm:spPr/>
    </dgm:pt>
    <dgm:pt modelId="{5B648D78-9BEC-4FA5-A3AC-0B8E99395B01}" type="pres">
      <dgm:prSet presAssocID="{1F54A9BF-41FB-4A7A-98E3-A1FA0BF7EC1E}" presName="parTxOnly" presStyleLbl="node1" presStyleIdx="3" presStyleCnt="6" custScaleX="15956" custScaleY="16226" custLinFactNeighborX="-10205" custLinFactNeighborY="-22354">
        <dgm:presLayoutVars>
          <dgm:chMax val="0"/>
          <dgm:chPref val="0"/>
          <dgm:bulletEnabled val="1"/>
        </dgm:presLayoutVars>
      </dgm:prSet>
      <dgm:spPr/>
    </dgm:pt>
    <dgm:pt modelId="{955669FA-D845-4F5D-A310-EB6CD359B4DB}" type="pres">
      <dgm:prSet presAssocID="{2A285289-3EF8-4C5E-ADED-00CDD8613B31}" presName="parTxOnlySpace" presStyleCnt="0"/>
      <dgm:spPr/>
    </dgm:pt>
    <dgm:pt modelId="{1CA3A188-4760-4B97-92EA-DC34641390A6}" type="pres">
      <dgm:prSet presAssocID="{BC61611E-8009-4214-B44C-9BB19226ED3E}" presName="parTxOnly" presStyleLbl="node1" presStyleIdx="4" presStyleCnt="6" custScaleX="16370" custScaleY="16198" custLinFactNeighborX="74226" custLinFactNeighborY="9701">
        <dgm:presLayoutVars>
          <dgm:chMax val="0"/>
          <dgm:chPref val="0"/>
          <dgm:bulletEnabled val="1"/>
        </dgm:presLayoutVars>
      </dgm:prSet>
      <dgm:spPr/>
    </dgm:pt>
    <dgm:pt modelId="{DE761A4D-1205-4C87-A61F-128C4A6EF1E4}" type="pres">
      <dgm:prSet presAssocID="{8729942E-40C1-4B8F-94ED-86C782767EB5}" presName="parTxOnlySpace" presStyleCnt="0"/>
      <dgm:spPr/>
    </dgm:pt>
    <dgm:pt modelId="{CC71C789-77E7-471A-B600-752E42178687}" type="pres">
      <dgm:prSet presAssocID="{85E0593A-5FFD-42ED-88BD-B76ED817EF7A}" presName="parTxOnly" presStyleLbl="node1" presStyleIdx="5" presStyleCnt="6" custScaleX="19092" custScaleY="15466" custLinFactX="5837" custLinFactNeighborX="100000" custLinFactNeighborY="38234">
        <dgm:presLayoutVars>
          <dgm:chMax val="0"/>
          <dgm:chPref val="0"/>
          <dgm:bulletEnabled val="1"/>
        </dgm:presLayoutVars>
      </dgm:prSet>
      <dgm:spPr/>
    </dgm:pt>
  </dgm:ptLst>
  <dgm:cxnLst>
    <dgm:cxn modelId="{C4F33115-4DCE-4659-8A56-AD8346CFD5E5}" type="presOf" srcId="{681C264D-E06F-4B9B-B2EA-3A705EE1B102}" destId="{F05EE3A2-0924-421A-AC5A-60C33A315E82}" srcOrd="0" destOrd="0" presId="urn:microsoft.com/office/officeart/2005/8/layout/chevron1"/>
    <dgm:cxn modelId="{9041481B-DA7A-44D0-9A4E-F296AFEF1958}" type="presOf" srcId="{098E6BAB-D94B-4A19-A02A-7E0BA0136044}" destId="{7D948A00-FEA7-42F0-A4FD-C00156099F98}" srcOrd="0" destOrd="0" presId="urn:microsoft.com/office/officeart/2005/8/layout/chevron1"/>
    <dgm:cxn modelId="{5E935622-3B6D-43FC-8128-7AFD1A04ECAB}" srcId="{681C264D-E06F-4B9B-B2EA-3A705EE1B102}" destId="{85E0593A-5FFD-42ED-88BD-B76ED817EF7A}" srcOrd="5" destOrd="0" parTransId="{DFA5E76E-3C3D-4B08-8317-9542F6648DEE}" sibTransId="{81EBF446-8F53-475F-AC3D-12FC3F73F840}"/>
    <dgm:cxn modelId="{0C668C64-D526-4A79-B358-8FDD8874A03F}" type="presOf" srcId="{1F54A9BF-41FB-4A7A-98E3-A1FA0BF7EC1E}" destId="{5B648D78-9BEC-4FA5-A3AC-0B8E99395B01}" srcOrd="0" destOrd="0" presId="urn:microsoft.com/office/officeart/2005/8/layout/chevron1"/>
    <dgm:cxn modelId="{9EC32455-2D86-4BF3-A4DC-A24DD53D29D9}" srcId="{681C264D-E06F-4B9B-B2EA-3A705EE1B102}" destId="{BC61611E-8009-4214-B44C-9BB19226ED3E}" srcOrd="4" destOrd="0" parTransId="{F1D9F79C-7946-4A77-847B-AEE946C861F4}" sibTransId="{8729942E-40C1-4B8F-94ED-86C782767EB5}"/>
    <dgm:cxn modelId="{63D69476-B938-4550-B813-194545252C07}" srcId="{681C264D-E06F-4B9B-B2EA-3A705EE1B102}" destId="{CA5E83C1-778E-49C1-BABB-9B02DD9EE3DE}" srcOrd="1" destOrd="0" parTransId="{48B5BFFD-D484-4315-94E7-1A89D0B322AD}" sibTransId="{6F50971F-C68B-496E-B934-60342AD74EA0}"/>
    <dgm:cxn modelId="{B7C99B77-9BBA-4598-9220-76A438B3B0F6}" type="presOf" srcId="{CA5E83C1-778E-49C1-BABB-9B02DD9EE3DE}" destId="{9178CE1E-2E9F-48FC-B4EB-C68568EEC95E}" srcOrd="0" destOrd="0" presId="urn:microsoft.com/office/officeart/2005/8/layout/chevron1"/>
    <dgm:cxn modelId="{369A7283-ECA8-418A-818E-99C564984618}" srcId="{681C264D-E06F-4B9B-B2EA-3A705EE1B102}" destId="{098E6BAB-D94B-4A19-A02A-7E0BA0136044}" srcOrd="0" destOrd="0" parTransId="{432FDC2B-AB21-439E-9118-2EB9A28C5EF1}" sibTransId="{01B7A165-CE06-4366-9698-3131AC638BFA}"/>
    <dgm:cxn modelId="{46AFF198-3130-4D29-A5E0-456A571BF98D}" type="presOf" srcId="{BC61611E-8009-4214-B44C-9BB19226ED3E}" destId="{1CA3A188-4760-4B97-92EA-DC34641390A6}" srcOrd="0" destOrd="0" presId="urn:microsoft.com/office/officeart/2005/8/layout/chevron1"/>
    <dgm:cxn modelId="{6835769A-8436-4827-860F-6A39E8ED4B54}" type="presOf" srcId="{85E0593A-5FFD-42ED-88BD-B76ED817EF7A}" destId="{CC71C789-77E7-471A-B600-752E42178687}" srcOrd="0" destOrd="0" presId="urn:microsoft.com/office/officeart/2005/8/layout/chevron1"/>
    <dgm:cxn modelId="{9C040BAD-7272-4C02-B538-E2B2B66AB136}" type="presOf" srcId="{0180DF77-FD41-4757-80B3-D35D17DC1C5D}" destId="{1707C311-2F97-46CB-AFF3-812122910BAF}" srcOrd="0" destOrd="0" presId="urn:microsoft.com/office/officeart/2005/8/layout/chevron1"/>
    <dgm:cxn modelId="{DF0E02B5-7677-4FEA-982E-F2873954D6F0}" srcId="{681C264D-E06F-4B9B-B2EA-3A705EE1B102}" destId="{0180DF77-FD41-4757-80B3-D35D17DC1C5D}" srcOrd="2" destOrd="0" parTransId="{674D5AEB-C49F-4DF9-AA54-762D15CAF134}" sibTransId="{338A6938-6516-439D-9742-876317A626D9}"/>
    <dgm:cxn modelId="{0B8856BB-F092-4CB8-8D86-47E9E710DCAF}" srcId="{681C264D-E06F-4B9B-B2EA-3A705EE1B102}" destId="{1F54A9BF-41FB-4A7A-98E3-A1FA0BF7EC1E}" srcOrd="3" destOrd="0" parTransId="{3ACE4AE1-B082-40BC-8722-4539C78CB957}" sibTransId="{2A285289-3EF8-4C5E-ADED-00CDD8613B31}"/>
    <dgm:cxn modelId="{780C4544-045E-4FEF-839F-0F81F8FA2FE9}" type="presParOf" srcId="{F05EE3A2-0924-421A-AC5A-60C33A315E82}" destId="{7D948A00-FEA7-42F0-A4FD-C00156099F98}" srcOrd="0" destOrd="0" presId="urn:microsoft.com/office/officeart/2005/8/layout/chevron1"/>
    <dgm:cxn modelId="{182D0B56-2570-442B-8BE8-81B54B2BC845}" type="presParOf" srcId="{F05EE3A2-0924-421A-AC5A-60C33A315E82}" destId="{1B02C0B7-C96A-43C8-9BBC-8950C4D35643}" srcOrd="1" destOrd="0" presId="urn:microsoft.com/office/officeart/2005/8/layout/chevron1"/>
    <dgm:cxn modelId="{CB6D5A12-6ECA-45FB-A34E-5A31869CA8D0}" type="presParOf" srcId="{F05EE3A2-0924-421A-AC5A-60C33A315E82}" destId="{9178CE1E-2E9F-48FC-B4EB-C68568EEC95E}" srcOrd="2" destOrd="0" presId="urn:microsoft.com/office/officeart/2005/8/layout/chevron1"/>
    <dgm:cxn modelId="{DADEEFCB-FD6A-4E28-A8C2-644AF86F347C}" type="presParOf" srcId="{F05EE3A2-0924-421A-AC5A-60C33A315E82}" destId="{FB66355B-24CC-4501-B3BF-085289A09556}" srcOrd="3" destOrd="0" presId="urn:microsoft.com/office/officeart/2005/8/layout/chevron1"/>
    <dgm:cxn modelId="{00074B0E-3EC0-482A-B77B-868337755581}" type="presParOf" srcId="{F05EE3A2-0924-421A-AC5A-60C33A315E82}" destId="{1707C311-2F97-46CB-AFF3-812122910BAF}" srcOrd="4" destOrd="0" presId="urn:microsoft.com/office/officeart/2005/8/layout/chevron1"/>
    <dgm:cxn modelId="{D534D3BC-0FF2-464D-A3A8-B8341722796F}" type="presParOf" srcId="{F05EE3A2-0924-421A-AC5A-60C33A315E82}" destId="{8FF5DDA1-5738-4D17-ADF7-8B21D0C9F380}" srcOrd="5" destOrd="0" presId="urn:microsoft.com/office/officeart/2005/8/layout/chevron1"/>
    <dgm:cxn modelId="{46010F7F-9D34-4E57-ABF6-3E1AD6E79B97}" type="presParOf" srcId="{F05EE3A2-0924-421A-AC5A-60C33A315E82}" destId="{5B648D78-9BEC-4FA5-A3AC-0B8E99395B01}" srcOrd="6" destOrd="0" presId="urn:microsoft.com/office/officeart/2005/8/layout/chevron1"/>
    <dgm:cxn modelId="{DC21452E-E2A6-49A6-90BC-21E25DF22852}" type="presParOf" srcId="{F05EE3A2-0924-421A-AC5A-60C33A315E82}" destId="{955669FA-D845-4F5D-A310-EB6CD359B4DB}" srcOrd="7" destOrd="0" presId="urn:microsoft.com/office/officeart/2005/8/layout/chevron1"/>
    <dgm:cxn modelId="{EBB82A18-0A6E-436C-9E03-BD0C29AEFE17}" type="presParOf" srcId="{F05EE3A2-0924-421A-AC5A-60C33A315E82}" destId="{1CA3A188-4760-4B97-92EA-DC34641390A6}" srcOrd="8" destOrd="0" presId="urn:microsoft.com/office/officeart/2005/8/layout/chevron1"/>
    <dgm:cxn modelId="{61683C77-08DE-4B92-B08C-6E7A5F7F0464}" type="presParOf" srcId="{F05EE3A2-0924-421A-AC5A-60C33A315E82}" destId="{DE761A4D-1205-4C87-A61F-128C4A6EF1E4}" srcOrd="9" destOrd="0" presId="urn:microsoft.com/office/officeart/2005/8/layout/chevron1"/>
    <dgm:cxn modelId="{7BC1B967-087F-48F0-966B-4A1627F75849}" type="presParOf" srcId="{F05EE3A2-0924-421A-AC5A-60C33A315E82}" destId="{CC71C789-77E7-471A-B600-752E42178687}" srcOrd="10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948A00-FEA7-42F0-A4FD-C00156099F98}">
      <dsp:nvSpPr>
        <dsp:cNvPr id="0" name=""/>
        <dsp:cNvSpPr/>
      </dsp:nvSpPr>
      <dsp:spPr>
        <a:xfrm>
          <a:off x="228965" y="473269"/>
          <a:ext cx="1095207" cy="371246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Arial Nova"/>
            </a:rPr>
            <a:t>Manual QA Dataset</a:t>
          </a:r>
          <a:endParaRPr lang="en-US" sz="800" kern="1200"/>
        </a:p>
      </dsp:txBody>
      <dsp:txXfrm>
        <a:off x="414588" y="473269"/>
        <a:ext cx="723961" cy="371246"/>
      </dsp:txXfrm>
    </dsp:sp>
    <dsp:sp modelId="{9178CE1E-2E9F-48FC-B4EB-C68568EEC95E}">
      <dsp:nvSpPr>
        <dsp:cNvPr id="0" name=""/>
        <dsp:cNvSpPr/>
      </dsp:nvSpPr>
      <dsp:spPr>
        <a:xfrm>
          <a:off x="219273" y="1209873"/>
          <a:ext cx="1081857" cy="394533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Arial Nova"/>
            </a:rPr>
            <a:t>Automatic QA Dataset</a:t>
          </a:r>
          <a:endParaRPr lang="en-US" sz="800" kern="1200"/>
        </a:p>
      </dsp:txBody>
      <dsp:txXfrm>
        <a:off x="416540" y="1209873"/>
        <a:ext cx="687324" cy="394533"/>
      </dsp:txXfrm>
    </dsp:sp>
    <dsp:sp modelId="{1707C311-2F97-46CB-AFF3-812122910BAF}">
      <dsp:nvSpPr>
        <dsp:cNvPr id="0" name=""/>
        <dsp:cNvSpPr/>
      </dsp:nvSpPr>
      <dsp:spPr>
        <a:xfrm>
          <a:off x="1580631" y="824167"/>
          <a:ext cx="1016873" cy="44793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Arial Nova"/>
            </a:rPr>
            <a:t>Tokenize QA Dataset</a:t>
          </a:r>
          <a:endParaRPr lang="en-US" sz="800" kern="1200"/>
        </a:p>
      </dsp:txBody>
      <dsp:txXfrm>
        <a:off x="1804598" y="824167"/>
        <a:ext cx="568939" cy="447934"/>
      </dsp:txXfrm>
    </dsp:sp>
    <dsp:sp modelId="{5B648D78-9BEC-4FA5-A3AC-0B8E99395B01}">
      <dsp:nvSpPr>
        <dsp:cNvPr id="0" name=""/>
        <dsp:cNvSpPr/>
      </dsp:nvSpPr>
      <dsp:spPr>
        <a:xfrm>
          <a:off x="2710738" y="1522549"/>
          <a:ext cx="972677" cy="39565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Arial Nova"/>
            </a:rPr>
            <a:t>Fine-Tune BERT with QA's</a:t>
          </a:r>
          <a:endParaRPr lang="en-US" sz="800" kern="1200"/>
        </a:p>
      </dsp:txBody>
      <dsp:txXfrm>
        <a:off x="2908565" y="1522549"/>
        <a:ext cx="577023" cy="395654"/>
      </dsp:txXfrm>
    </dsp:sp>
    <dsp:sp modelId="{1CA3A188-4760-4B97-92EA-DC34641390A6}">
      <dsp:nvSpPr>
        <dsp:cNvPr id="0" name=""/>
        <dsp:cNvSpPr/>
      </dsp:nvSpPr>
      <dsp:spPr>
        <a:xfrm>
          <a:off x="3588507" y="2304519"/>
          <a:ext cx="997915" cy="39497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 dirty="0">
              <a:latin typeface="Arial Nova"/>
            </a:rPr>
            <a:t>Calculate BERTScore</a:t>
          </a:r>
        </a:p>
      </dsp:txBody>
      <dsp:txXfrm>
        <a:off x="3785993" y="2304519"/>
        <a:ext cx="602943" cy="394972"/>
      </dsp:txXfrm>
    </dsp:sp>
    <dsp:sp modelId="{CC71C789-77E7-471A-B600-752E42178687}">
      <dsp:nvSpPr>
        <dsp:cNvPr id="0" name=""/>
        <dsp:cNvSpPr/>
      </dsp:nvSpPr>
      <dsp:spPr>
        <a:xfrm>
          <a:off x="4489764" y="3009192"/>
          <a:ext cx="1163848" cy="377122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marL="0" lvl="0" indent="0" algn="ctr" defTabSz="3556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800" kern="1200">
              <a:latin typeface="Arial Nova"/>
            </a:rPr>
            <a:t>Compare Inference Results</a:t>
          </a:r>
        </a:p>
      </dsp:txBody>
      <dsp:txXfrm>
        <a:off x="4678325" y="3009192"/>
        <a:ext cx="786726" cy="377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7EC380E-B418-40CC-B1F9-D7A3A8EF87A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 Nova" panose="020B05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246818-EC35-44AF-86C1-8B6A9137742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7102B4-56F3-4E57-8D3B-775DDAAADE32}" type="datetimeFigureOut">
              <a:rPr lang="en-US" smtClean="0">
                <a:latin typeface="Arial Nova" panose="020B0504020202020204" pitchFamily="34" charset="0"/>
              </a:rPr>
              <a:t>12/4/2024</a:t>
            </a:fld>
            <a:endParaRPr lang="en-US">
              <a:latin typeface="Arial Nova" panose="020B05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24B854-7724-49DC-BD7C-039B068407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rial Nova" panose="020B05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9066C0-EAEC-4054-A124-EC0C2968539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57AD0A-559A-4763-A4C2-AE13DFA879B2}" type="slidenum">
              <a:rPr lang="en-US" smtClean="0">
                <a:latin typeface="Arial Nova" panose="020B0504020202020204" pitchFamily="34" charset="0"/>
              </a:rPr>
              <a:t>‹#›</a:t>
            </a:fld>
            <a:endParaRPr lang="en-US">
              <a:latin typeface="Arial Nova" panose="020B05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4433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72221" y="892147"/>
            <a:ext cx="4513557" cy="2538876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28599" y="3653292"/>
            <a:ext cx="6399213" cy="49404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AEF9C3-6622-46D8-B52F-444C04EEEB6C}"/>
              </a:ext>
            </a:extLst>
          </p:cNvPr>
          <p:cNvSpPr>
            <a:spLocks noChangeAspect="1"/>
          </p:cNvSpPr>
          <p:nvPr/>
        </p:nvSpPr>
        <p:spPr>
          <a:xfrm>
            <a:off x="0" y="219019"/>
            <a:ext cx="6857999" cy="515594"/>
          </a:xfrm>
          <a:prstGeom prst="rect">
            <a:avLst/>
          </a:prstGeom>
          <a:solidFill>
            <a:srgbClr val="5859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UTK Horiz_R">
            <a:extLst>
              <a:ext uri="{FF2B5EF4-FFF2-40B4-BE49-F238E27FC236}">
                <a16:creationId xmlns:a16="http://schemas.microsoft.com/office/drawing/2014/main" id="{5AE1D029-3359-4019-AE1E-E2DFB10D45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48189" y="363344"/>
            <a:ext cx="970075" cy="217635"/>
            <a:chOff x="0" y="1299"/>
            <a:chExt cx="7680" cy="1723"/>
          </a:xfrm>
        </p:grpSpPr>
        <p:sp>
          <p:nvSpPr>
            <p:cNvPr id="10" name="T fill">
              <a:extLst>
                <a:ext uri="{FF2B5EF4-FFF2-40B4-BE49-F238E27FC236}">
                  <a16:creationId xmlns:a16="http://schemas.microsoft.com/office/drawing/2014/main" id="{1435F426-ED13-4CA8-AEE5-ED5A3AB6FED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ype">
              <a:extLst>
                <a:ext uri="{FF2B5EF4-FFF2-40B4-BE49-F238E27FC236}">
                  <a16:creationId xmlns:a16="http://schemas.microsoft.com/office/drawing/2014/main" id="{DA63481C-9A34-4F9A-9EFA-445053B975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Power T">
              <a:extLst>
                <a:ext uri="{FF2B5EF4-FFF2-40B4-BE49-F238E27FC236}">
                  <a16:creationId xmlns:a16="http://schemas.microsoft.com/office/drawing/2014/main" id="{EFB07273-CCEA-4154-B732-80E95F37B4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28021" y="254365"/>
            <a:ext cx="1808276" cy="458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bg1"/>
                </a:solidFill>
                <a:latin typeface="Arial Nova" panose="020B0504020202020204" pitchFamily="34" charset="0"/>
              </a:defRPr>
            </a:lvl1pPr>
          </a:lstStyle>
          <a:p>
            <a:fld id="{4C43107C-0EFE-49AA-96DD-13AB464531C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714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 rtl="0" eaLnBrk="1" latinLnBrk="0" hangingPunct="1">
      <a:buFont typeface="Arial" panose="020B0604020202020204" pitchFamily="34" charset="0"/>
      <a:buChar char="•"/>
      <a:defRPr sz="1800"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1pPr>
    <a:lvl2pPr marL="628650" indent="-171450" algn="l" defTabSz="914400" rtl="0" eaLnBrk="1" latinLnBrk="0" hangingPunct="1">
      <a:buFont typeface="Arial" panose="020B0604020202020204" pitchFamily="34" charset="0"/>
      <a:buChar char="•"/>
      <a:defRPr sz="1800"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2pPr>
    <a:lvl3pPr marL="1085850" indent="-171450" algn="l" defTabSz="914400" rtl="0" eaLnBrk="1" latinLnBrk="0" hangingPunct="1">
      <a:buFont typeface="Arial" panose="020B0604020202020204" pitchFamily="34" charset="0"/>
      <a:buChar char="•"/>
      <a:defRPr sz="1800"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3pPr>
    <a:lvl4pPr marL="1543050" indent="-171450" algn="l" defTabSz="914400" rtl="0" eaLnBrk="1" latinLnBrk="0" hangingPunct="1">
      <a:buFont typeface="Arial" panose="020B0604020202020204" pitchFamily="34" charset="0"/>
      <a:buChar char="•"/>
      <a:defRPr sz="1800"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4pPr>
    <a:lvl5pPr marL="2000250" indent="-171450" algn="l" defTabSz="914400" rtl="0" eaLnBrk="1" latinLnBrk="0" hangingPunct="1">
      <a:buFont typeface="Arial" panose="020B0604020202020204" pitchFamily="34" charset="0"/>
      <a:buChar char="•"/>
      <a:defRPr sz="1800" kern="1200">
        <a:solidFill>
          <a:schemeClr val="tx1"/>
        </a:solidFill>
        <a:latin typeface="Arial Nova" panose="020B05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pos="144" userDrawn="1">
          <p15:clr>
            <a:srgbClr val="F26B43"/>
          </p15:clr>
        </p15:guide>
        <p15:guide id="2" pos="4176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50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Project 1 aimed to answer plot analysis questions such as when a murder happens.</a:t>
            </a:r>
          </a:p>
          <a:p>
            <a:r>
              <a:rPr lang="en-US"/>
              <a:t>Project 2 aims to answer general questions about the text such as “Who introduced Sherlock to Watson”.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9726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/>
              <a:t>We will probably want to be able to explain this architecture.</a:t>
            </a:r>
          </a:p>
          <a:p>
            <a:pPr marL="628650" lvl="1" indent="-171450"/>
            <a:r>
              <a:rPr lang="en-US"/>
              <a:t>What is the CLS and </a:t>
            </a:r>
            <a:r>
              <a:rPr lang="en-US" err="1"/>
              <a:t>sep</a:t>
            </a:r>
            <a:r>
              <a:rPr lang="en-US"/>
              <a:t> token?</a:t>
            </a:r>
          </a:p>
          <a:p>
            <a:pPr marL="628650" lvl="1" indent="-171450"/>
            <a:r>
              <a:rPr lang="en-US"/>
              <a:t>What is a BERT transformer?</a:t>
            </a:r>
          </a:p>
          <a:p>
            <a:pPr marL="628650" lvl="1" indent="-171450"/>
            <a:r>
              <a:rPr lang="en-US"/>
              <a:t>What does hidden size mean?</a:t>
            </a:r>
          </a:p>
          <a:p>
            <a:pPr marL="628650" lvl="1" indent="-171450"/>
            <a:r>
              <a:rPr lang="en-US"/>
              <a:t>What is a linear layer?</a:t>
            </a:r>
          </a:p>
          <a:p>
            <a:pPr marL="628650" lvl="1" indent="-171450"/>
            <a:r>
              <a:rPr lang="en-US"/>
              <a:t>Why </a:t>
            </a:r>
            <a:r>
              <a:rPr lang="en-US" err="1"/>
              <a:t>softmax</a:t>
            </a:r>
            <a:r>
              <a:rPr lang="en-US"/>
              <a:t>?</a:t>
            </a:r>
          </a:p>
          <a:p>
            <a:pPr marL="628650" lvl="1" indent="-171450"/>
            <a:endParaRPr lang="en-US"/>
          </a:p>
          <a:p>
            <a:pPr marL="171450" lvl="0" indent="-171450"/>
            <a:r>
              <a:rPr lang="en-US"/>
              <a:t>Figure came from here:</a:t>
            </a:r>
          </a:p>
          <a:p>
            <a:pPr marL="628650" lvl="1" indent="-171450"/>
            <a:r>
              <a:rPr lang="en-US"/>
              <a:t>https://www.researchgate.net/figure/BERT-base-uncased-model-architecture-which-comprises-12-transformer-block-layers-each_fig2_374608193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1841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B7F8-BC30-1B14-3982-C1499DDF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B3E43-E284-DEAB-88D7-846939D5F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BAB01-9731-7346-7412-4E9D038E9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/>
              <a:t>We pass our query into RAG to generate an enhanced context.  </a:t>
            </a:r>
          </a:p>
          <a:p>
            <a:pPr marL="628650" lvl="1" indent="-171450"/>
            <a:r>
              <a:rPr lang="en-US"/>
              <a:t>This allows our model to give a more accurate answer.</a:t>
            </a:r>
          </a:p>
          <a:p>
            <a:pPr marL="628650" lvl="1" indent="-171450"/>
            <a:endParaRPr lang="en-US"/>
          </a:p>
          <a:p>
            <a:pPr marL="171450" lvl="0" indent="-171450"/>
            <a:r>
              <a:rPr lang="en-US"/>
              <a:t>We find the top ‘k’ most relevant embeddings and pass in their corresponding chunks / sentences / paragraphs.</a:t>
            </a:r>
          </a:p>
          <a:p>
            <a:pPr marL="171450" lvl="0" indent="-171450"/>
            <a:r>
              <a:rPr lang="en-US"/>
              <a:t>To find k we compute a cosine similarity between our embedded query and our embedded chunks / sentences / paragraphs.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AF6A0-5E47-5EFD-CB07-CFABC57A9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9293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EB7F8-BC30-1B14-3982-C1499DDFCA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B3E43-E284-DEAB-88D7-846939D5F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4BAB01-9731-7346-7412-4E9D038E94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/>
              <a:t>We pass our query into RAG to generate an enhanced context.  </a:t>
            </a:r>
          </a:p>
          <a:p>
            <a:pPr marL="628650" lvl="1" indent="-171450"/>
            <a:r>
              <a:rPr lang="en-US"/>
              <a:t>This allows our model to give a more accurate answer.</a:t>
            </a:r>
          </a:p>
          <a:p>
            <a:pPr marL="628650" lvl="1" indent="-171450"/>
            <a:endParaRPr lang="en-US"/>
          </a:p>
          <a:p>
            <a:pPr marL="171450" lvl="0" indent="-171450"/>
            <a:r>
              <a:rPr lang="en-US"/>
              <a:t>We find the top ‘k’ most relevant embeddings and pass in their corresponding chunks / sentences / paragraphs.</a:t>
            </a:r>
          </a:p>
          <a:p>
            <a:pPr marL="171450" lvl="0" indent="-171450"/>
            <a:r>
              <a:rPr lang="en-US"/>
              <a:t>To find k we compute a cosine similarity between our embedded query and our embedded chunks / sentences / paragraphs.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0AF6A0-5E47-5EFD-CB07-CFABC57A9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94214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00408-C2EA-575E-6FF4-EDF55FDAC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91792-6876-D3B7-6DDB-E583F074DE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2319E0-4EB2-C41C-0D1A-5EC0018D07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/>
              <a:t>We tried many methodologies getting more complex as we tried new ones.</a:t>
            </a:r>
          </a:p>
          <a:p>
            <a:pPr marL="171450" indent="-171450"/>
            <a:r>
              <a:rPr lang="en-US"/>
              <a:t>We wanted a few easy methodologies to act as a baseline for comparison.</a:t>
            </a:r>
          </a:p>
          <a:p>
            <a:pPr marL="171450" indent="-171450"/>
            <a:r>
              <a:rPr lang="en-US"/>
              <a:t>Some methodologies are better at certain things than others.</a:t>
            </a:r>
          </a:p>
          <a:p>
            <a:pPr marL="628650" lvl="1" indent="-171450"/>
            <a:r>
              <a:rPr lang="en-US"/>
              <a:t>Phrase chunking is great when finding small factual answers.</a:t>
            </a:r>
          </a:p>
          <a:p>
            <a:pPr marL="628650" lvl="1" indent="-171450"/>
            <a:r>
              <a:rPr lang="en-US"/>
              <a:t>Semantic chunking is good for more complex long answers.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C228C6-917C-C49B-C439-4F38A09C0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5030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658F4D-C465-53A5-7F0F-3857C90D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9E968D-758B-646D-5084-B76D37EEAA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232128-AB25-0FE9-C747-D09230B58B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/>
              <a:t>Fast and easy baseline.  </a:t>
            </a:r>
          </a:p>
          <a:p>
            <a:pPr marL="628650" lvl="1" indent="-171450"/>
            <a:r>
              <a:rPr lang="en-US"/>
              <a:t>This is what we can compare to. </a:t>
            </a:r>
          </a:p>
          <a:p>
            <a:pPr marL="628650" lvl="1" indent="-171450"/>
            <a:endParaRPr lang="en-US"/>
          </a:p>
          <a:p>
            <a:pPr marL="171450" lvl="0" indent="-171450"/>
            <a:r>
              <a:rPr lang="en-US"/>
              <a:t> Even this gave us a context with an answer, however, it may not always be in the context window.</a:t>
            </a:r>
          </a:p>
          <a:p>
            <a:pPr marL="171450" lvl="0" indent="-171450"/>
            <a:r>
              <a:rPr lang="en-US"/>
              <a:t>To combat with falling out of the context window we create chunk sizes of 256 tokens.  </a:t>
            </a:r>
          </a:p>
          <a:p>
            <a:pPr marL="628650" lvl="1" indent="-171450"/>
            <a:r>
              <a:rPr lang="en-US"/>
              <a:t>Guarantee we get 2 chunks of context.</a:t>
            </a:r>
          </a:p>
          <a:p>
            <a:pPr marL="628650" lvl="1" indent="-171450"/>
            <a:endParaRPr lang="en-US"/>
          </a:p>
          <a:p>
            <a:pPr marL="171450" lvl="0" indent="-171450"/>
            <a:r>
              <a:rPr lang="en-US"/>
              <a:t>This graph looks terrible but it makes sense.</a:t>
            </a:r>
          </a:p>
          <a:p>
            <a:pPr marL="628650" lvl="1" indent="-171450"/>
            <a:r>
              <a:rPr lang="en-US"/>
              <a:t>Each chunk only references a sentence once.</a:t>
            </a:r>
          </a:p>
          <a:p>
            <a:pPr marL="628650" lvl="1" indent="-171450"/>
            <a:r>
              <a:rPr lang="en-US"/>
              <a:t>If a sentence would go over the chunk size limit we create a new chunk.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604-17C5-108C-5F02-6F443BA11E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3717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3F934-18D8-A7DD-4DE8-6CCFFE7EE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6A2D12-9EA0-E60A-62B3-8DDAD91C0C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35279C-DCB6-6B81-7406-9DD103506E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/>
            <a:r>
              <a:rPr lang="en-US"/>
              <a:t>Creates chunks that quickly fall out of the context window.  </a:t>
            </a:r>
          </a:p>
          <a:p>
            <a:pPr marL="171450" indent="-171450"/>
            <a:r>
              <a:rPr lang="en-US"/>
              <a:t>To combat this, we create a new chunk once we reach 256 tokens or a break in a paragraph.</a:t>
            </a:r>
          </a:p>
          <a:p>
            <a:pPr marL="0" indent="0">
              <a:buNone/>
            </a:pPr>
            <a:endParaRPr lang="en-US"/>
          </a:p>
          <a:p>
            <a:pPr marL="171450" indent="-171450"/>
            <a:r>
              <a:rPr lang="en-US"/>
              <a:t>This graph shows that each chunk generally corresponds to one paragraph, however, there are outlier paragraphs with many chunks.</a:t>
            </a:r>
          </a:p>
          <a:p>
            <a:pPr marL="628650" lvl="1" indent="-171450"/>
            <a:r>
              <a:rPr lang="en-US"/>
              <a:t>This indicates a very long paragraph.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A5F0C8-37F9-7F78-F9BE-865CC7260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2658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B1840-F3CE-0F71-CE43-C273A114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66982-DF74-5116-AB5A-795B31DE5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00EDD-2913-87A6-2879-CB4A30E7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Befikir, I will leave this to you!  Please change the slide and these notes as you see fit.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0D946-3BC0-3EE5-3BD5-4F70CB4D9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6337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B1840-F3CE-0F71-CE43-C273A114C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266982-DF74-5116-AB5A-795B31DE58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D00EDD-2913-87A6-2879-CB4A30E7DD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Befikir, I will leave this to you!  Please change the slide and these notes as you see fit.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0D946-3BC0-3EE5-3BD5-4F70CB4D99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022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C09C1-0F09-66C8-2693-72BD27CD9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A748B47-DAF2-054C-8C3E-DFB157A6F7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EE8AF-E869-1DBF-43C6-7429001CD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Continuous and non-continuous semantic chunking.</a:t>
            </a:r>
          </a:p>
          <a:p>
            <a:r>
              <a:rPr lang="en-US"/>
              <a:t>Need to limit chunk sizes to 256 tokens, but the chunks don’t generally get that large.</a:t>
            </a:r>
          </a:p>
          <a:p>
            <a:pPr lvl="1"/>
            <a:r>
              <a:rPr lang="en-US"/>
              <a:t>Chunks tended to be smaller in nature.</a:t>
            </a:r>
          </a:p>
          <a:p>
            <a:pPr lvl="2"/>
            <a:r>
              <a:rPr lang="en-US"/>
              <a:t>Larger than sentences, smaller than paragraphs.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C066E-0D33-8B0C-6A95-3CB5AD1F76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2154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F04CE-F70B-9213-F18F-3C937D984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B6FBD-9E85-F1AF-2A1D-B77D1CA9E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FB1BF8-70DC-6104-6827-C89CFC301A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Phrase chunking performed well on tasks like: “what was written on the wall in blood”.</a:t>
            </a:r>
          </a:p>
          <a:p>
            <a:pPr lvl="1"/>
            <a:r>
              <a:rPr lang="en-US"/>
              <a:t>A typical answer is “the inscription” with the context being “RACHE was the inscription on the wall”.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E639D5-9FB7-81B7-3616-598F0A6B1A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14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8C31D-88F2-A725-8792-FA3BABC5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9E95C8-E1FC-F5E7-9462-A4A712B8CB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852198-3880-EBA3-5C85-64D8C9869B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Phrase chunking performed well on tasks like: “what was written on the wall in blood”.</a:t>
            </a:r>
          </a:p>
          <a:p>
            <a:pPr lvl="1"/>
            <a:r>
              <a:rPr lang="en-US"/>
              <a:t>A typical answer is “the inscription” with the context being “RACHE was the inscription on the wall”.</a:t>
            </a:r>
          </a:p>
          <a:p>
            <a:pPr lvl="0"/>
            <a:r>
              <a:rPr lang="en-US"/>
              <a:t>Image comes from here: https://medium.com/@abonia/bertscore-explained-in-5-minutes-0b98553bfb71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9894D9-D74D-A7DA-74A3-AC4880F712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413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59519-3AA7-EF91-5CF8-60C7F6B17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E3C0F9-727D-5CF3-DFE3-D74CF20F86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21AA63-E8EC-8D8F-4EB0-32A432449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RAG alone was not enough to solve a lack of fine-tuning and training with the BERT model.  </a:t>
            </a:r>
          </a:p>
          <a:p>
            <a:r>
              <a:rPr lang="en-US"/>
              <a:t>When testing our approaches with a fine-tuned model we saw significant improvement and answers that made sense.</a:t>
            </a:r>
          </a:p>
          <a:p>
            <a:pPr lvl="1"/>
            <a:r>
              <a:rPr lang="en-US"/>
              <a:t>This makes sense as a stronger model and larger context window generally make a better QA model.</a:t>
            </a:r>
          </a:p>
          <a:p>
            <a:pPr lvl="0"/>
            <a:r>
              <a:rPr lang="en-US"/>
              <a:t>Phrase chunking seems to generally perform the best.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4AB6A-6D5E-C197-BA99-846E94278B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544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6452-F87E-1AB6-23BC-2196171C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93D46-AA91-3A6B-3DEB-1970862EA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82394-17B9-D96F-84E2-88C7CDF93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RAG alone was not enough to solve a lack of fine-tuning and training with the BERT model.  </a:t>
            </a:r>
          </a:p>
          <a:p>
            <a:r>
              <a:rPr lang="en-US"/>
              <a:t>When testing our approaches with a fine-tuned model we saw significant improvement and answers that made sense.</a:t>
            </a:r>
          </a:p>
          <a:p>
            <a:pPr lvl="1"/>
            <a:r>
              <a:rPr lang="en-US"/>
              <a:t>This makes sense as a stronger model and larger context window generally make a better QA model.</a:t>
            </a:r>
          </a:p>
          <a:p>
            <a:pPr lvl="0"/>
            <a:r>
              <a:rPr lang="en-US"/>
              <a:t>Phrase chunking seems to generally perform the best.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F1AB-EEE3-CF41-4C49-8D4557EB5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3257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6452-F87E-1AB6-23BC-2196171C7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093D46-AA91-3A6B-3DEB-1970862EAD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82394-17B9-D96F-84E2-88C7CDF937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RAG alone was not enough to solve a lack of fine-tuning and training with the BERT model.  </a:t>
            </a:r>
          </a:p>
          <a:p>
            <a:r>
              <a:rPr lang="en-US"/>
              <a:t>When testing our approaches with a fine-tuned model we saw significant improvement and answers that made sense.</a:t>
            </a:r>
          </a:p>
          <a:p>
            <a:pPr lvl="1"/>
            <a:r>
              <a:rPr lang="en-US"/>
              <a:t>This makes sense as a stronger model and larger context window generally make a better QA model.</a:t>
            </a:r>
          </a:p>
          <a:p>
            <a:pPr lvl="0"/>
            <a:r>
              <a:rPr lang="en-US"/>
              <a:t>Phrase chunking seems to generally perform the best.</a:t>
            </a:r>
          </a:p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F1AB-EEE3-CF41-4C49-8D4557EB5D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2923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73163" y="892175"/>
            <a:ext cx="4511675" cy="253841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Bert score helps to account for semantic similarity.</a:t>
            </a:r>
          </a:p>
          <a:p>
            <a:r>
              <a:rPr lang="en-US"/>
              <a:t>Sometimes our model may give different responses that mean the same thing!</a:t>
            </a:r>
          </a:p>
          <a:p>
            <a:r>
              <a:rPr lang="en-US"/>
              <a:t>This is why we are using BERT score.</a:t>
            </a:r>
          </a:p>
          <a:p>
            <a:r>
              <a:rPr lang="en-US"/>
              <a:t>Bert score is being used to evaluate semantic similarity between context and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43107C-0EFE-49AA-96DD-13AB464531C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2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The H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32ED1D7-4803-4C4A-9965-3B1634644815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2366" t="21034" r="6964" b="2460"/>
          <a:stretch/>
        </p:blipFill>
        <p:spPr>
          <a:xfrm>
            <a:off x="0" y="2"/>
            <a:ext cx="12198096" cy="685799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28945DE-F130-4CD9-AD26-0D5B9F34A914}"/>
              </a:ext>
            </a:extLst>
          </p:cNvPr>
          <p:cNvSpPr/>
          <p:nvPr userDrawn="1"/>
        </p:nvSpPr>
        <p:spPr>
          <a:xfrm>
            <a:off x="457201" y="0"/>
            <a:ext cx="563880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991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9" name="UTK Centered">
            <a:extLst>
              <a:ext uri="{FF2B5EF4-FFF2-40B4-BE49-F238E27FC236}">
                <a16:creationId xmlns:a16="http://schemas.microsoft.com/office/drawing/2014/main" id="{BD95262E-8A65-41BE-8D16-5B6844C0B4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969303" y="4109165"/>
            <a:ext cx="2661855" cy="1797998"/>
            <a:chOff x="-2931" y="-4852"/>
            <a:chExt cx="17157" cy="11589"/>
          </a:xfrm>
        </p:grpSpPr>
        <p:sp>
          <p:nvSpPr>
            <p:cNvPr id="20" name="T fill">
              <a:extLst>
                <a:ext uri="{FF2B5EF4-FFF2-40B4-BE49-F238E27FC236}">
                  <a16:creationId xmlns:a16="http://schemas.microsoft.com/office/drawing/2014/main" id="{23DC3071-2D59-4F36-B902-95213296AA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ype">
              <a:extLst>
                <a:ext uri="{FF2B5EF4-FFF2-40B4-BE49-F238E27FC236}">
                  <a16:creationId xmlns:a16="http://schemas.microsoft.com/office/drawing/2014/main" id="{15518F2F-F865-4702-B462-144567D32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Power T block">
              <a:extLst>
                <a:ext uri="{FF2B5EF4-FFF2-40B4-BE49-F238E27FC236}">
                  <a16:creationId xmlns:a16="http://schemas.microsoft.com/office/drawing/2014/main" id="{44B6A79B-1686-4F4D-94EE-C075995538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45135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_Mascot Sta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CE04991-562A-4DE2-A5BA-5C3B26CEC3B8}"/>
              </a:ext>
            </a:extLst>
          </p:cNvPr>
          <p:cNvPicPr>
            <a:picLocks/>
          </p:cNvPicPr>
          <p:nvPr userDrawn="1"/>
        </p:nvPicPr>
        <p:blipFill rotWithShape="1">
          <a:blip r:embed="rId2"/>
          <a:srcRect l="11334" t="15157" r="6588" b="15372"/>
          <a:stretch/>
        </p:blipFill>
        <p:spPr>
          <a:xfrm>
            <a:off x="0" y="0"/>
            <a:ext cx="12198096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28945DE-F130-4CD9-AD26-0D5B9F34A914}"/>
              </a:ext>
            </a:extLst>
          </p:cNvPr>
          <p:cNvSpPr/>
          <p:nvPr userDrawn="1"/>
        </p:nvSpPr>
        <p:spPr>
          <a:xfrm>
            <a:off x="6096000" y="0"/>
            <a:ext cx="563880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530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grpSp>
        <p:nvGrpSpPr>
          <p:cNvPr id="19" name="UTK Centered">
            <a:extLst>
              <a:ext uri="{FF2B5EF4-FFF2-40B4-BE49-F238E27FC236}">
                <a16:creationId xmlns:a16="http://schemas.microsoft.com/office/drawing/2014/main" id="{BD95262E-8A65-41BE-8D16-5B6844C0B4F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7560842" y="4109165"/>
            <a:ext cx="2661855" cy="1797998"/>
            <a:chOff x="-2931" y="-4852"/>
            <a:chExt cx="17157" cy="11589"/>
          </a:xfrm>
        </p:grpSpPr>
        <p:sp>
          <p:nvSpPr>
            <p:cNvPr id="20" name="T fill">
              <a:extLst>
                <a:ext uri="{FF2B5EF4-FFF2-40B4-BE49-F238E27FC236}">
                  <a16:creationId xmlns:a16="http://schemas.microsoft.com/office/drawing/2014/main" id="{23DC3071-2D59-4F36-B902-95213296AA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ype">
              <a:extLst>
                <a:ext uri="{FF2B5EF4-FFF2-40B4-BE49-F238E27FC236}">
                  <a16:creationId xmlns:a16="http://schemas.microsoft.com/office/drawing/2014/main" id="{15518F2F-F865-4702-B462-144567D32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Power T block">
              <a:extLst>
                <a:ext uri="{FF2B5EF4-FFF2-40B4-BE49-F238E27FC236}">
                  <a16:creationId xmlns:a16="http://schemas.microsoft.com/office/drawing/2014/main" id="{44B6A79B-1686-4F4D-94EE-C075995538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7838718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ver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E1108932-1706-4ECC-BACC-F6F9FA86EC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>
              <a:lumMod val="75000"/>
            </a:schemeClr>
          </a:solidFill>
        </p:spPr>
        <p:txBody>
          <a:bodyPr lIns="274320" anchor="ctr"/>
          <a:lstStyle>
            <a:lvl1pPr marL="0" indent="0" algn="l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0530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Custom Photo Cover Page</a:t>
            </a:r>
          </a:p>
        </p:txBody>
      </p:sp>
    </p:spTree>
    <p:extLst>
      <p:ext uri="{BB962C8B-B14F-4D97-AF65-F5344CB8AC3E}">
        <p14:creationId xmlns:p14="http://schemas.microsoft.com/office/powerpoint/2010/main" val="1626585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Cover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E1108932-1706-4ECC-BACC-F6F9FA86EC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>
              <a:lumMod val="75000"/>
            </a:schemeClr>
          </a:solidFill>
        </p:spPr>
        <p:txBody>
          <a:bodyPr rIns="457200" anchor="ctr"/>
          <a:lstStyle>
            <a:lvl1pPr marL="0" indent="0" algn="r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8991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Custom Photo Cover Page</a:t>
            </a:r>
          </a:p>
        </p:txBody>
      </p:sp>
    </p:spTree>
    <p:extLst>
      <p:ext uri="{BB962C8B-B14F-4D97-AF65-F5344CB8AC3E}">
        <p14:creationId xmlns:p14="http://schemas.microsoft.com/office/powerpoint/2010/main" val="3022781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99EB-BF02-476C-852A-5008E47BE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28600"/>
            <a:ext cx="11735708" cy="187880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3FFA-F11D-4957-BD27-CF973FE9A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197381"/>
            <a:ext cx="11734800" cy="56080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20B95-90F4-46BF-AE4B-E031211B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grpSp>
        <p:nvGrpSpPr>
          <p:cNvPr id="24" name="UTK Centered">
            <a:extLst>
              <a:ext uri="{FF2B5EF4-FFF2-40B4-BE49-F238E27FC236}">
                <a16:creationId xmlns:a16="http://schemas.microsoft.com/office/drawing/2014/main" id="{35E43330-8E96-42B0-BB08-BA9C9A3DBBF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96483" y="3537023"/>
            <a:ext cx="2661855" cy="1797998"/>
            <a:chOff x="-2931" y="-4852"/>
            <a:chExt cx="17157" cy="11589"/>
          </a:xfrm>
        </p:grpSpPr>
        <p:sp>
          <p:nvSpPr>
            <p:cNvPr id="26" name="T fill">
              <a:extLst>
                <a:ext uri="{FF2B5EF4-FFF2-40B4-BE49-F238E27FC236}">
                  <a16:creationId xmlns:a16="http://schemas.microsoft.com/office/drawing/2014/main" id="{3EF03099-02BF-464A-8EFE-7ADBE06B2E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ype">
              <a:extLst>
                <a:ext uri="{FF2B5EF4-FFF2-40B4-BE49-F238E27FC236}">
                  <a16:creationId xmlns:a16="http://schemas.microsoft.com/office/drawing/2014/main" id="{B3E4BA06-671E-4557-9506-A7F6894463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Power T block">
              <a:extLst>
                <a:ext uri="{FF2B5EF4-FFF2-40B4-BE49-F238E27FC236}">
                  <a16:creationId xmlns:a16="http://schemas.microsoft.com/office/drawing/2014/main" id="{6BB950C5-BD5D-4FAB-98D6-ABA549E8D4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25562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+ Rever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99EB-BF02-476C-852A-5008E47BE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28600"/>
            <a:ext cx="11735708" cy="187880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3FFA-F11D-4957-BD27-CF973FE9A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197381"/>
            <a:ext cx="11734800" cy="56080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20B95-90F4-46BF-AE4B-E031211B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grpSp>
        <p:nvGrpSpPr>
          <p:cNvPr id="24" name="UTK Centered">
            <a:extLst>
              <a:ext uri="{FF2B5EF4-FFF2-40B4-BE49-F238E27FC236}">
                <a16:creationId xmlns:a16="http://schemas.microsoft.com/office/drawing/2014/main" id="{35E43330-8E96-42B0-BB08-BA9C9A3DBBF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4696483" y="3537022"/>
            <a:ext cx="2661854" cy="1797997"/>
            <a:chOff x="-2931" y="-4852"/>
            <a:chExt cx="17157" cy="11589"/>
          </a:xfrm>
        </p:grpSpPr>
        <p:sp>
          <p:nvSpPr>
            <p:cNvPr id="26" name="T fill">
              <a:extLst>
                <a:ext uri="{FF2B5EF4-FFF2-40B4-BE49-F238E27FC236}">
                  <a16:creationId xmlns:a16="http://schemas.microsoft.com/office/drawing/2014/main" id="{3EF03099-02BF-464A-8EFE-7ADBE06B2EA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ype">
              <a:extLst>
                <a:ext uri="{FF2B5EF4-FFF2-40B4-BE49-F238E27FC236}">
                  <a16:creationId xmlns:a16="http://schemas.microsoft.com/office/drawing/2014/main" id="{B3E4BA06-671E-4557-9506-A7F68944634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Power T block">
              <a:extLst>
                <a:ext uri="{FF2B5EF4-FFF2-40B4-BE49-F238E27FC236}">
                  <a16:creationId xmlns:a16="http://schemas.microsoft.com/office/drawing/2014/main" id="{6BB950C5-BD5D-4FAB-98D6-ABA549E8D4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2700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+ Revers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DB634-B7FA-4145-8897-F16FACB80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48968"/>
            <a:ext cx="11277600" cy="13160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51026E5-5229-43FE-B896-A6FE4229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299"/>
            <a:ext cx="11277600" cy="112376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C511F28-D9C4-45C2-A109-64F3790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16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DB634-B7FA-4145-8897-F16FACB80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48968"/>
            <a:ext cx="11277600" cy="13160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51026E5-5229-43FE-B896-A6FE4229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299"/>
            <a:ext cx="11277600" cy="112376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4354F6BA-F1E5-4E6F-B39E-A87F9453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883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11277600" cy="4057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0FE08160-6E71-41C8-97E3-2765A27F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8625D9E3-65B8-4E4E-B741-1C6FE352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CEB9AAF4-80D2-4CE7-9323-2E7967E4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457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8601"/>
            <a:ext cx="5430253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5430253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121225-E67C-437E-834A-25CD1B32DE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-1"/>
            <a:ext cx="6096000" cy="611555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/>
            </a:lvl1pPr>
          </a:lstStyle>
          <a:p>
            <a:pPr marL="228600" lvl="0" indent="-228600" algn="ctr"/>
            <a:endParaRPr lang="en-US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1A07FCD8-3BB1-4FF9-A3B5-7C203A60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05104F7-00AD-4F64-874E-304171A4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C9B1989F-4896-4364-B631-428DE2B7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9901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Photo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4547" y="228601"/>
            <a:ext cx="5430253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Title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4547" y="1825625"/>
            <a:ext cx="5430253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121225-E67C-437E-834A-25CD1B32DE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/>
            </a:lvl1pPr>
          </a:lstStyle>
          <a:p>
            <a:pPr marL="228600" lvl="0" indent="-228600" algn="ctr"/>
            <a:endParaRPr lang="en-US"/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7D760A07-345B-40F2-B8C0-6C66BB4C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17B40D33-171A-4D6F-AC92-C54E722F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FAB2FE1A-CC7E-4520-92C6-384EC2F0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704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4DB656-2AD3-4B6D-B912-AA14E43934E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UTK Horiz_R">
            <a:extLst>
              <a:ext uri="{FF2B5EF4-FFF2-40B4-BE49-F238E27FC236}">
                <a16:creationId xmlns:a16="http://schemas.microsoft.com/office/drawing/2014/main" id="{A2B702E1-95B6-4EC2-9232-1A178B938F6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8" name="T fill">
              <a:extLst>
                <a:ext uri="{FF2B5EF4-FFF2-40B4-BE49-F238E27FC236}">
                  <a16:creationId xmlns:a16="http://schemas.microsoft.com/office/drawing/2014/main" id="{9CEE6628-1386-4A0C-BAFF-931C89F3C09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ype">
              <a:extLst>
                <a:ext uri="{FF2B5EF4-FFF2-40B4-BE49-F238E27FC236}">
                  <a16:creationId xmlns:a16="http://schemas.microsoft.com/office/drawing/2014/main" id="{92B6B725-8893-4D4A-814B-E6809FB6FE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Power T">
              <a:extLst>
                <a:ext uri="{FF2B5EF4-FFF2-40B4-BE49-F238E27FC236}">
                  <a16:creationId xmlns:a16="http://schemas.microsoft.com/office/drawing/2014/main" id="{EA4F30E0-A25B-4F95-AB11-7478B8BDBD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9D0E8A-079C-469C-8EFD-E5B886491A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1277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/>
              <a:t>Click icon to add photo</a:t>
            </a:r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7F062795-CA06-4DC5-8E36-E1CCB236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1561DC46-605C-45B1-B99A-70446236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7B995BD6-CFF3-4E17-8ED0-5D87EFF6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45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1A3C71-0AD6-4ACF-A079-D135E8EA575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UTK Horiz_R">
            <a:extLst>
              <a:ext uri="{FF2B5EF4-FFF2-40B4-BE49-F238E27FC236}">
                <a16:creationId xmlns:a16="http://schemas.microsoft.com/office/drawing/2014/main" id="{D7C10C60-F0E9-401E-B1AE-78D7FB31A8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0" name="T fill">
              <a:extLst>
                <a:ext uri="{FF2B5EF4-FFF2-40B4-BE49-F238E27FC236}">
                  <a16:creationId xmlns:a16="http://schemas.microsoft.com/office/drawing/2014/main" id="{B889472D-3CF6-4D76-91CD-B15AAC8185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ype">
              <a:extLst>
                <a:ext uri="{FF2B5EF4-FFF2-40B4-BE49-F238E27FC236}">
                  <a16:creationId xmlns:a16="http://schemas.microsoft.com/office/drawing/2014/main" id="{190C6F36-943D-480A-BEC4-9FE959EFF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Power T">
              <a:extLst>
                <a:ext uri="{FF2B5EF4-FFF2-40B4-BE49-F238E27FC236}">
                  <a16:creationId xmlns:a16="http://schemas.microsoft.com/office/drawing/2014/main" id="{052FB503-AC74-4C64-8176-0EFA65B53C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F16959D-9AE7-4935-A4C3-FABF62F2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43C078-638D-46A7-9156-199899A3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2083A4D7-C72A-44AE-89CA-8687C3F0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1301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311844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97226-AD9A-4716-950C-2928B604B01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718A085F-99B6-4121-8D97-F7ADEAE3828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>
              <a:extLst>
                <a:ext uri="{FF2B5EF4-FFF2-40B4-BE49-F238E27FC236}">
                  <a16:creationId xmlns:a16="http://schemas.microsoft.com/office/drawing/2014/main" id="{42CFF7CA-4085-4288-93EF-5223B27239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51D92B88-0AB2-4F0A-A1A6-80F8B57284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EC77DE78-3A63-4148-83D9-26B717E25F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6A660581-A64E-4983-8D6C-F96F89E7E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F8F2701F-D63A-4BC7-B67D-E3D34B114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D952F882-7811-40A1-A211-934FAF36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935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F44072-A04B-4000-A688-7203EC9CF96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50421D3A-B1D9-4300-9623-D4856361FB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309CFCAE-C8F8-4222-B741-8849F837A5B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A7BBD575-A22C-46DE-A4B8-938B1D76C7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AB9B021B-C7DD-4DBF-B4C8-806441F2E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983403D-46E0-49C1-8379-5F44BC70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A8F40A6D-8084-4FCA-B313-F4BDA53F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AF78E67F-46D6-4034-ABF3-1AD6D893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7728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0" y="4145288"/>
            <a:ext cx="4651709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28758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C7FAC-8640-4220-971F-94CC6D17796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2CB8A05A-CD5B-456D-A510-F0E71BE75F6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>
              <a:extLst>
                <a:ext uri="{FF2B5EF4-FFF2-40B4-BE49-F238E27FC236}">
                  <a16:creationId xmlns:a16="http://schemas.microsoft.com/office/drawing/2014/main" id="{F9A20AC1-345F-456A-B518-22B16BEDA9B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0CBBF0D1-C5F5-4A82-B5F1-30F25489E4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F36178A9-62F8-4FD1-9B45-492C4F2B85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72050CB8-5B0E-42E7-AABF-5763E53C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F0EFEA0-DAF3-47EC-9DE0-D606B4AA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1F61F12E-A586-40EC-8CF8-0BD1FC3F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1186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 userDrawn="1"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928758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28758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63217-2D76-4935-B860-12E9B80ACA8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B3B0646-9A7E-4CBE-BB2B-D3031D537A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77B6A5C9-2FCA-4D35-9EC7-F0766B366F9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D8063DAE-F36A-44C3-8052-638160260E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BC46B79E-169B-4376-B4FE-50D9C296A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46EEE9D9-DFB0-4C9C-B0FF-9831F815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2C8441A0-3B15-4E6F-9AB7-67B5208F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71751C83-81CC-4BF3-B02E-DF0434AC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0863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28758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 userDrawn="1"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928758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28758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2509F-C50C-43CE-B715-13763CF3504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DE0E5FB4-1162-4730-B647-478EFE4A82B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36C014A8-DE7A-4C86-96EF-3905EAC0C1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3A346969-3A2E-445A-9C03-F5B1E34A08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0DEF87A7-7D86-4884-B110-64D0516F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92794AFA-4542-4B40-852C-C0435B4E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19A53203-4FF6-4A23-87EF-91ED86C7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70A0F888-6943-4E94-8967-1DD98900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1436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1A3C71-0AD6-4ACF-A079-D135E8EA575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UTK Horiz_R">
            <a:extLst>
              <a:ext uri="{FF2B5EF4-FFF2-40B4-BE49-F238E27FC236}">
                <a16:creationId xmlns:a16="http://schemas.microsoft.com/office/drawing/2014/main" id="{D7C10C60-F0E9-401E-B1AE-78D7FB31A82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0" name="T fill">
              <a:extLst>
                <a:ext uri="{FF2B5EF4-FFF2-40B4-BE49-F238E27FC236}">
                  <a16:creationId xmlns:a16="http://schemas.microsoft.com/office/drawing/2014/main" id="{B889472D-3CF6-4D76-91CD-B15AAC81851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ype">
              <a:extLst>
                <a:ext uri="{FF2B5EF4-FFF2-40B4-BE49-F238E27FC236}">
                  <a16:creationId xmlns:a16="http://schemas.microsoft.com/office/drawing/2014/main" id="{190C6F36-943D-480A-BEC4-9FE959EFF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Power T">
              <a:extLst>
                <a:ext uri="{FF2B5EF4-FFF2-40B4-BE49-F238E27FC236}">
                  <a16:creationId xmlns:a16="http://schemas.microsoft.com/office/drawing/2014/main" id="{052FB503-AC74-4C64-8176-0EFA65B53C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EFA9863-B948-410F-9E5B-DC7870DD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9F9929FA-C903-47F5-A405-13D0D233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3655CD01-A4DC-4E0A-891D-A6E2A5AF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16175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11844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97226-AD9A-4716-950C-2928B604B01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718A085F-99B6-4121-8D97-F7ADEAE3828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>
              <a:extLst>
                <a:ext uri="{FF2B5EF4-FFF2-40B4-BE49-F238E27FC236}">
                  <a16:creationId xmlns:a16="http://schemas.microsoft.com/office/drawing/2014/main" id="{42CFF7CA-4085-4288-93EF-5223B272391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51D92B88-0AB2-4F0A-A1A6-80F8B57284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EC77DE78-3A63-4148-83D9-26B717E25F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8931464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F44072-A04B-4000-A688-7203EC9CF96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50421D3A-B1D9-4300-9623-D4856361FB2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309CFCAE-C8F8-4222-B741-8849F837A5B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A7BBD575-A22C-46DE-A4B8-938B1D76C7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AB9B021B-C7DD-4DBF-B4C8-806441F2E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5B91D6B-039D-4776-A018-E4C8E37C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EBB6EBA-D05D-4768-BAD9-4F05D59F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FBC586CD-FC15-4C65-8D1E-00942736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8128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88466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C7FAC-8640-4220-971F-94CC6D17796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2CB8A05A-CD5B-456D-A510-F0E71BE75F6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>
              <a:extLst>
                <a:ext uri="{FF2B5EF4-FFF2-40B4-BE49-F238E27FC236}">
                  <a16:creationId xmlns:a16="http://schemas.microsoft.com/office/drawing/2014/main" id="{F9A20AC1-345F-456A-B518-22B16BEDA9B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0CBBF0D1-C5F5-4A82-B5F1-30F25489E4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F36178A9-62F8-4FD1-9B45-492C4F2B85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EA63C74F-5523-4238-97A1-1F2B760B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BBDF5AFE-C389-46E9-B604-F41D844B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66962A50-E982-46D9-B35F-153F8654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22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 userDrawn="1"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88466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88466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63217-2D76-4935-B860-12E9B80ACA8E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B3B0646-9A7E-4CBE-BB2B-D3031D537A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77B6A5C9-2FCA-4D35-9EC7-F0766B366F9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D8063DAE-F36A-44C3-8052-638160260E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BC46B79E-169B-4376-B4FE-50D9C296A3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54EF557E-4158-4ADF-BDFE-B315ACFB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C65FD3E4-3477-4CF8-A652-E4898343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67BAC002-60CA-49B0-B1F3-97EC3997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1650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88466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 userDrawn="1"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88466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88466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2509F-C50C-43CE-B715-13763CF3504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DE0E5FB4-1162-4730-B647-478EFE4A82B9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36C014A8-DE7A-4C86-96EF-3905EAC0C12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3A346969-3A2E-445A-9C03-F5B1E34A08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0DEF87A7-7D86-4884-B110-64D0516F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Date Placeholder 4">
            <a:extLst>
              <a:ext uri="{FF2B5EF4-FFF2-40B4-BE49-F238E27FC236}">
                <a16:creationId xmlns:a16="http://schemas.microsoft.com/office/drawing/2014/main" id="{9C1CE7AD-702A-4C7D-AA79-8290CAA0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085011CE-E16C-431C-A5CE-5827B64F1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7F871542-871F-4050-9C93-F8FD7D51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942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FA913D2-AE7C-478F-91D3-D5ECA28FF029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ADA35-C08F-436B-BC32-7110CBB3E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825626"/>
            <a:ext cx="5400847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B945E-AC2B-4A62-9F16-0BBE7FEA2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3953" y="1825626"/>
            <a:ext cx="5400847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5358-983C-4BDA-AB6F-1D3D27E6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F6995-9A6F-4981-AD39-FB358641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72AF9-0574-452D-A73D-C4BFC634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B200BFC6-9C4C-484B-A921-26EED00DEED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155F912A-9658-4414-BF3D-F89E0B9FCC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0CE32F48-4DF3-4316-85C7-288369BED7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89D3219A-E4F4-461E-B419-3AE300FE56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0B7C54A4-3403-4FA1-BA1F-50742A33EA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27221367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CF10B-9379-41FE-9379-4E3AA50021E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575772"/>
            <a:ext cx="5400846" cy="54959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F0462-A8D2-44F0-A70F-182C81B48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199" y="2370023"/>
            <a:ext cx="5400846" cy="35130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61CB7-7AC1-488A-9B0D-4B29F833F9F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3954" y="1575772"/>
            <a:ext cx="5400846" cy="54959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E850B-D4BC-4AF1-AD73-E08A69A50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3954" y="2370023"/>
            <a:ext cx="5400846" cy="35130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E2D7E-371A-4AF4-B3B2-93B34B48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42726-97EC-4182-8422-C2ED09370B3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531A1-730B-42D7-AD0E-0815807D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5A2204-7C86-4079-B858-269E18C1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E224D003-7846-428C-84EA-7CF03D61BEE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>
              <a:extLst>
                <a:ext uri="{FF2B5EF4-FFF2-40B4-BE49-F238E27FC236}">
                  <a16:creationId xmlns:a16="http://schemas.microsoft.com/office/drawing/2014/main" id="{CD05AEBF-A4F6-494E-B7BA-8CFBE3AA1BE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8035AD82-9079-47AD-83C2-C525976772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A5B921C8-C9F5-48B4-AD8A-AA760ED42F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itle 20">
            <a:extLst>
              <a:ext uri="{FF2B5EF4-FFF2-40B4-BE49-F238E27FC236}">
                <a16:creationId xmlns:a16="http://schemas.microsoft.com/office/drawing/2014/main" id="{551EB664-ABAB-4DFC-B59B-7B8D04842B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37322163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AE361-3066-43BC-86A5-54B5D9ADFFF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2E8A-B4B3-40E1-97F1-85F5334D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E736-E6B5-457E-856E-BF5E047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C883-52D3-4AE0-BDA5-281172C9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0B47ABA7-E05A-4C90-9295-46B3A7CFA6B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>
              <a:extLst>
                <a:ext uri="{FF2B5EF4-FFF2-40B4-BE49-F238E27FC236}">
                  <a16:creationId xmlns:a16="http://schemas.microsoft.com/office/drawing/2014/main" id="{DF6BEDF1-7376-408F-B988-833DDF69D5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CE5EF94F-F9E5-4CB2-AEC8-6C1FAECE28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AAD58157-21BD-47AE-AAF1-B78985DB98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0D271676-1150-4616-93E4-C506F224F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1858123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AE361-3066-43BC-86A5-54B5D9ADFFF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2E8A-B4B3-40E1-97F1-85F5334D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E736-E6B5-457E-856E-BF5E047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C883-52D3-4AE0-BDA5-281172C9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0B47ABA7-E05A-4C90-9295-46B3A7CFA6B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>
              <a:extLst>
                <a:ext uri="{FF2B5EF4-FFF2-40B4-BE49-F238E27FC236}">
                  <a16:creationId xmlns:a16="http://schemas.microsoft.com/office/drawing/2014/main" id="{DF6BEDF1-7376-408F-B988-833DDF69D5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CE5EF94F-F9E5-4CB2-AEC8-6C1FAECE28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AAD58157-21BD-47AE-AAF1-B78985DB98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37877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+ Callou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CB64612-311D-3372-1A97-BC02436B8E20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C511F28-D9C4-45C2-A109-64F3790665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2" name="Line">
            <a:extLst>
              <a:ext uri="{FF2B5EF4-FFF2-40B4-BE49-F238E27FC236}">
                <a16:creationId xmlns:a16="http://schemas.microsoft.com/office/drawing/2014/main" id="{F9DEC76B-DC9E-EE84-25B0-8004626F1758}"/>
              </a:ext>
            </a:extLst>
          </p:cNvPr>
          <p:cNvSpPr/>
          <p:nvPr userDrawn="1"/>
        </p:nvSpPr>
        <p:spPr>
          <a:xfrm flipV="1">
            <a:off x="3754966" y="1777767"/>
            <a:ext cx="0" cy="2640763"/>
          </a:xfrm>
          <a:prstGeom prst="line">
            <a:avLst/>
          </a:prstGeom>
          <a:ln w="25400">
            <a:solidFill>
              <a:schemeClr val="bg1"/>
            </a:solidFill>
            <a:miter lim="400000"/>
          </a:ln>
        </p:spPr>
        <p:txBody>
          <a:bodyPr lIns="25400" tIns="25400" rIns="25400" bIns="25400" anchor="ctr"/>
          <a:lstStyle/>
          <a:p>
            <a:pPr algn="ctr" defTabSz="412750" hangingPunct="0">
              <a:defRPr sz="3200">
                <a:solidFill>
                  <a:srgbClr val="000000"/>
                </a:solidFill>
                <a:latin typeface="FreightSansLFPro Light"/>
                <a:ea typeface="FreightSansLFPro Light"/>
                <a:cs typeface="FreightSansLFPro Light"/>
                <a:sym typeface="FreightSansLFPro Light"/>
              </a:defRPr>
            </a:pPr>
            <a:endParaRPr sz="1600" kern="0">
              <a:solidFill>
                <a:srgbClr val="000000"/>
              </a:solidFill>
              <a:latin typeface="+mj-lt"/>
              <a:sym typeface="FreightSansLFPro Ligh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C720D3-1690-A5F0-428E-CEEDC50B48A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6950" y="2331667"/>
            <a:ext cx="1525614" cy="1525614"/>
          </a:xfrm>
          <a:prstGeom prst="rect">
            <a:avLst/>
          </a:prstGeom>
        </p:spPr>
      </p:pic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A99FC19-2CCF-7D40-7EB6-0A5C70F10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AF327F1-A643-4A0F-F865-2CF5087C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6" name="UTK Horiz_R">
            <a:extLst>
              <a:ext uri="{FF2B5EF4-FFF2-40B4-BE49-F238E27FC236}">
                <a16:creationId xmlns:a16="http://schemas.microsoft.com/office/drawing/2014/main" id="{9815D801-D09A-E192-D4D3-1E9B49D7AA1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7" name="T fill">
              <a:extLst>
                <a:ext uri="{FF2B5EF4-FFF2-40B4-BE49-F238E27FC236}">
                  <a16:creationId xmlns:a16="http://schemas.microsoft.com/office/drawing/2014/main" id="{A0451985-9CE6-855D-2B00-806992A27B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Type">
              <a:extLst>
                <a:ext uri="{FF2B5EF4-FFF2-40B4-BE49-F238E27FC236}">
                  <a16:creationId xmlns:a16="http://schemas.microsoft.com/office/drawing/2014/main" id="{B44CEB54-0429-9BD2-EAFE-840C95777C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Power T">
              <a:extLst>
                <a:ext uri="{FF2B5EF4-FFF2-40B4-BE49-F238E27FC236}">
                  <a16:creationId xmlns:a16="http://schemas.microsoft.com/office/drawing/2014/main" id="{763830C4-30E2-EB6A-9098-73C1412A06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343108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AE361-3066-43BC-86A5-54B5D9ADFFF6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2E8A-B4B3-40E1-97F1-85F5334D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E736-E6B5-457E-856E-BF5E047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C883-52D3-4AE0-BDA5-281172C9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0B47ABA7-E05A-4C90-9295-46B3A7CFA6B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>
              <a:extLst>
                <a:ext uri="{FF2B5EF4-FFF2-40B4-BE49-F238E27FC236}">
                  <a16:creationId xmlns:a16="http://schemas.microsoft.com/office/drawing/2014/main" id="{DF6BEDF1-7376-408F-B988-833DDF69D5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CE5EF94F-F9E5-4CB2-AEC8-6C1FAECE28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AAD58157-21BD-47AE-AAF1-B78985DB98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0FA4D803-BD92-5498-D9E4-81F7206D3D2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99053" y="3573152"/>
            <a:ext cx="2434693" cy="351312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A835DA9E-55D8-28F5-813F-886F6C1B045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430" y="4092762"/>
            <a:ext cx="3309938" cy="64611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 dolor sit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amet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,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consectetur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adipiscing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elit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.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400F6675-571E-9595-BF5B-ECDC4F8872B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78654" y="3573152"/>
            <a:ext cx="2434693" cy="351312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28" name="Text Placeholder 25">
            <a:extLst>
              <a:ext uri="{FF2B5EF4-FFF2-40B4-BE49-F238E27FC236}">
                <a16:creationId xmlns:a16="http://schemas.microsoft.com/office/drawing/2014/main" id="{72F2E6AA-D9A1-1562-177E-9C67225FCC9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41031" y="4092762"/>
            <a:ext cx="3309938" cy="64611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 dolor sit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amet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,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consectetur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adipiscing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elit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.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03A3B0C0-A5CF-46CE-59D3-0D2232FD0E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658255" y="3573152"/>
            <a:ext cx="2434693" cy="351312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4B4B4B"/>
              </a:solidFill>
              <a:effectLst/>
              <a:uLnTx/>
              <a:uFillTx/>
              <a:latin typeface="Arial Nova"/>
              <a:ea typeface="+mn-ea"/>
              <a:cs typeface="+mn-cs"/>
            </a:endParaRPr>
          </a:p>
        </p:txBody>
      </p:sp>
      <p:sp>
        <p:nvSpPr>
          <p:cNvPr id="30" name="Text Placeholder 25">
            <a:extLst>
              <a:ext uri="{FF2B5EF4-FFF2-40B4-BE49-F238E27FC236}">
                <a16:creationId xmlns:a16="http://schemas.microsoft.com/office/drawing/2014/main" id="{0F340FB4-67C5-F17C-BD21-19BC37DFA9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20632" y="4092762"/>
            <a:ext cx="3309938" cy="646113"/>
          </a:xfrm>
        </p:spPr>
        <p:txBody>
          <a:bodyPr>
            <a:noAutofit/>
          </a:bodyPr>
          <a:lstStyle>
            <a:lvl1pPr marL="0" indent="0" algn="ctr">
              <a:buNone/>
              <a:defRPr sz="1800"/>
            </a:lvl1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Lorem ipsum dolor sit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amet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,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consectetur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adipiscing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elit</a:t>
            </a: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4B4B4B"/>
                </a:solidFill>
                <a:effectLst/>
                <a:uLnTx/>
                <a:uFillTx/>
                <a:latin typeface="Arial Nova"/>
                <a:ea typeface="+mn-ea"/>
                <a:cs typeface="+mn-cs"/>
              </a:rPr>
              <a:t>.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62E30DA-CCC1-68C6-EBD4-76C45DD812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3592" y="1957141"/>
            <a:ext cx="1525614" cy="152561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3416273-0AEF-DA07-91E1-7991F2F7828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33193" y="1957141"/>
            <a:ext cx="1525614" cy="1525614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53773717-8520-B35D-A68A-69526F355A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12794" y="1957141"/>
            <a:ext cx="1525614" cy="1525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66697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79913-CD4A-4DB3-A3C6-FE1D03C9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C74F1-443C-4038-A516-48064F80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EFF89-71B9-4B44-BF45-E5CEADE2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954337-777C-478F-BB37-379719107E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4545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 not use 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 userDrawn="1"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Photo</a:t>
            </a:r>
            <a:b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Grids</a:t>
            </a:r>
          </a:p>
        </p:txBody>
      </p:sp>
    </p:spTree>
    <p:extLst>
      <p:ext uri="{BB962C8B-B14F-4D97-AF65-F5344CB8AC3E}">
        <p14:creationId xmlns:p14="http://schemas.microsoft.com/office/powerpoint/2010/main" val="32532990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Full Screen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-3048" y="0"/>
            <a:ext cx="12198096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383833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2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80693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3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44941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4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87336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6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410718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057656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8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 userDrawn="1">
            <p:ph type="pic" idx="15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7"/>
          <p:cNvSpPr>
            <a:spLocks noGrp="1"/>
          </p:cNvSpPr>
          <p:nvPr userDrawn="1"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 userDrawn="1">
            <p:ph type="pic" idx="14"/>
          </p:nvPr>
        </p:nvSpPr>
        <p:spPr bwMode="gray">
          <a:xfrm>
            <a:off x="6163056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5"/>
          <p:cNvSpPr>
            <a:spLocks noGrp="1"/>
          </p:cNvSpPr>
          <p:nvPr userDrawn="1">
            <p:ph type="pic" idx="16"/>
          </p:nvPr>
        </p:nvSpPr>
        <p:spPr bwMode="gray">
          <a:xfrm>
            <a:off x="6163056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idx="10"/>
          </p:nvPr>
        </p:nvSpPr>
        <p:spPr bwMode="gray">
          <a:xfrm>
            <a:off x="3081528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 userDrawn="1"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 userDrawn="1"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45132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16-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247632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8" name="Picture Placeholder 15"/>
          <p:cNvSpPr>
            <a:spLocks noGrp="1"/>
          </p:cNvSpPr>
          <p:nvPr>
            <p:ph type="pic" sz="quarter" idx="22"/>
          </p:nvPr>
        </p:nvSpPr>
        <p:spPr>
          <a:xfrm>
            <a:off x="6165087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2" name="Picture Placeholder 14"/>
          <p:cNvSpPr>
            <a:spLocks noGrp="1"/>
          </p:cNvSpPr>
          <p:nvPr>
            <p:ph type="pic" sz="quarter" idx="26"/>
          </p:nvPr>
        </p:nvSpPr>
        <p:spPr>
          <a:xfrm>
            <a:off x="3082543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6" name="Picture Placeholder 13"/>
          <p:cNvSpPr>
            <a:spLocks noGrp="1"/>
          </p:cNvSpPr>
          <p:nvPr>
            <p:ph type="pic" sz="quarter" idx="30"/>
          </p:nvPr>
        </p:nvSpPr>
        <p:spPr>
          <a:xfrm>
            <a:off x="0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76554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12-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6506961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20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icture Placeholder 20"/>
          <p:cNvSpPr>
            <a:spLocks noGrp="1"/>
          </p:cNvSpPr>
          <p:nvPr>
            <p:ph type="pic" sz="quarter" idx="29"/>
          </p:nvPr>
        </p:nvSpPr>
        <p:spPr>
          <a:xfrm>
            <a:off x="986028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60" name="Picture Placeholder 19"/>
          <p:cNvSpPr>
            <a:spLocks noGrp="1"/>
          </p:cNvSpPr>
          <p:nvPr>
            <p:ph type="pic" sz="quarter" idx="28"/>
          </p:nvPr>
        </p:nvSpPr>
        <p:spPr>
          <a:xfrm>
            <a:off x="986028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8" name="Picture Placeholder 18"/>
          <p:cNvSpPr>
            <a:spLocks noGrp="1"/>
          </p:cNvSpPr>
          <p:nvPr>
            <p:ph type="pic" sz="quarter" idx="27"/>
          </p:nvPr>
        </p:nvSpPr>
        <p:spPr>
          <a:xfrm>
            <a:off x="986028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6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9860280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4" name="Picture Placeholder 16"/>
          <p:cNvSpPr>
            <a:spLocks noGrp="1"/>
          </p:cNvSpPr>
          <p:nvPr>
            <p:ph type="pic" sz="quarter" idx="25"/>
          </p:nvPr>
        </p:nvSpPr>
        <p:spPr>
          <a:xfrm>
            <a:off x="7395209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2" name="Picture Placeholder 15"/>
          <p:cNvSpPr>
            <a:spLocks noGrp="1"/>
          </p:cNvSpPr>
          <p:nvPr>
            <p:ph type="pic" sz="quarter" idx="24"/>
          </p:nvPr>
        </p:nvSpPr>
        <p:spPr>
          <a:xfrm>
            <a:off x="7395209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0" name="Picture Placeholder 14"/>
          <p:cNvSpPr>
            <a:spLocks noGrp="1"/>
          </p:cNvSpPr>
          <p:nvPr>
            <p:ph type="pic" sz="quarter" idx="23"/>
          </p:nvPr>
        </p:nvSpPr>
        <p:spPr>
          <a:xfrm>
            <a:off x="7395209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8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7395209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7" name="Picture Placeholder 12"/>
          <p:cNvSpPr>
            <a:spLocks noGrp="1"/>
          </p:cNvSpPr>
          <p:nvPr>
            <p:ph type="pic" sz="quarter" idx="21"/>
          </p:nvPr>
        </p:nvSpPr>
        <p:spPr>
          <a:xfrm>
            <a:off x="4930138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5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4930138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1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4930138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4930138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46888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46888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46888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2468880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31720" cy="162534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195821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6028944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483864"/>
            <a:ext cx="2944368" cy="337344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31013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idx="18"/>
          </p:nvPr>
        </p:nvSpPr>
        <p:spPr bwMode="gray">
          <a:xfrm>
            <a:off x="6160475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6160475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6017685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3199043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6166104" y="0"/>
            <a:ext cx="6025896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308305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 smtClean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idx="21"/>
          </p:nvPr>
        </p:nvSpPr>
        <p:spPr bwMode="gray">
          <a:xfrm>
            <a:off x="0" y="3483864"/>
            <a:ext cx="60274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665438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5"/>
          <p:cNvSpPr>
            <a:spLocks noGrp="1"/>
          </p:cNvSpPr>
          <p:nvPr>
            <p:ph type="pic" idx="23"/>
          </p:nvPr>
        </p:nvSpPr>
        <p:spPr bwMode="gray">
          <a:xfrm>
            <a:off x="3081528" y="3483864"/>
            <a:ext cx="9110472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6458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25896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246164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/>
          <p:cNvSpPr>
            <a:spLocks noGrp="1"/>
          </p:cNvSpPr>
          <p:nvPr>
            <p:ph type="pic" idx="12"/>
          </p:nvPr>
        </p:nvSpPr>
        <p:spPr bwMode="gray">
          <a:xfrm>
            <a:off x="6166104" y="3492500"/>
            <a:ext cx="6025896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idx="11"/>
          </p:nvPr>
        </p:nvSpPr>
        <p:spPr bwMode="gray">
          <a:xfrm>
            <a:off x="3083052" y="349250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idx="10"/>
          </p:nvPr>
        </p:nvSpPr>
        <p:spPr bwMode="gray">
          <a:xfrm>
            <a:off x="0" y="349250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9107424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533609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029077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602284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307848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615696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0986362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0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096902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3483864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967670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: Mosaic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93933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: Mosaic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821436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42863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 userDrawn="1">
            <p:ph type="pic" idx="15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7"/>
          <p:cNvSpPr>
            <a:spLocks noGrp="1"/>
          </p:cNvSpPr>
          <p:nvPr userDrawn="1"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 userDrawn="1">
            <p:ph type="pic" idx="14"/>
          </p:nvPr>
        </p:nvSpPr>
        <p:spPr bwMode="gray">
          <a:xfrm>
            <a:off x="6163056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5"/>
          <p:cNvSpPr>
            <a:spLocks noGrp="1"/>
          </p:cNvSpPr>
          <p:nvPr userDrawn="1">
            <p:ph type="pic" idx="16"/>
          </p:nvPr>
        </p:nvSpPr>
        <p:spPr bwMode="gray">
          <a:xfrm>
            <a:off x="6163056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idx="10"/>
          </p:nvPr>
        </p:nvSpPr>
        <p:spPr bwMode="gray">
          <a:xfrm>
            <a:off x="3081528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 userDrawn="1"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 userDrawn="1"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idx="18"/>
          </p:nvPr>
        </p:nvSpPr>
        <p:spPr bwMode="gray">
          <a:xfrm>
            <a:off x="6163056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91772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3218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saic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8745056" y="3978574"/>
            <a:ext cx="3446944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1" y="0"/>
            <a:ext cx="12192000" cy="3857988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19"/>
          </p:nvPr>
        </p:nvSpPr>
        <p:spPr bwMode="gray">
          <a:xfrm>
            <a:off x="1" y="3978574"/>
            <a:ext cx="3394780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3516700" y="3978574"/>
            <a:ext cx="5106436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5662408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o not 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 userDrawn="1"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Photo Grids</a:t>
            </a:r>
            <a:b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Bar</a:t>
            </a:r>
          </a:p>
        </p:txBody>
      </p:sp>
    </p:spTree>
    <p:extLst>
      <p:ext uri="{BB962C8B-B14F-4D97-AF65-F5344CB8AC3E}">
        <p14:creationId xmlns:p14="http://schemas.microsoft.com/office/powerpoint/2010/main" val="2157115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Full Screen Photo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-3048" y="0"/>
            <a:ext cx="12198096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76F4E-3D45-4916-8924-485476FFC0C9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UTK Horiz_R">
            <a:extLst>
              <a:ext uri="{FF2B5EF4-FFF2-40B4-BE49-F238E27FC236}">
                <a16:creationId xmlns:a16="http://schemas.microsoft.com/office/drawing/2014/main" id="{8450B4E7-243B-4B51-8CA4-14B7140F7BB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6" name="T fill">
              <a:extLst>
                <a:ext uri="{FF2B5EF4-FFF2-40B4-BE49-F238E27FC236}">
                  <a16:creationId xmlns:a16="http://schemas.microsoft.com/office/drawing/2014/main" id="{E20011EA-1534-4444-90E0-1BFF0E5CD90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ype">
              <a:extLst>
                <a:ext uri="{FF2B5EF4-FFF2-40B4-BE49-F238E27FC236}">
                  <a16:creationId xmlns:a16="http://schemas.microsoft.com/office/drawing/2014/main" id="{E083D8DC-CAE6-40FE-A2B8-5453B67B6E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Power T">
              <a:extLst>
                <a:ext uri="{FF2B5EF4-FFF2-40B4-BE49-F238E27FC236}">
                  <a16:creationId xmlns:a16="http://schemas.microsoft.com/office/drawing/2014/main" id="{04910BEC-A91C-47F4-A14D-6A8BCCEB644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D158326-3AD0-4269-8A83-87D0CC53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F035C54-3CF5-4159-ABE0-FD63B8F5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C8293B0-577D-467E-9C7F-5282AA5EDA8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359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2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E8B6D-BFD1-4837-BF2C-0E8E712A986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UTK Horiz_R">
            <a:extLst>
              <a:ext uri="{FF2B5EF4-FFF2-40B4-BE49-F238E27FC236}">
                <a16:creationId xmlns:a16="http://schemas.microsoft.com/office/drawing/2014/main" id="{5D904B3E-9354-4908-ACD5-1C4E07B07FC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6" name="T fill">
              <a:extLst>
                <a:ext uri="{FF2B5EF4-FFF2-40B4-BE49-F238E27FC236}">
                  <a16:creationId xmlns:a16="http://schemas.microsoft.com/office/drawing/2014/main" id="{7AF0F701-2896-4986-9820-5A1A6B589EF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ype">
              <a:extLst>
                <a:ext uri="{FF2B5EF4-FFF2-40B4-BE49-F238E27FC236}">
                  <a16:creationId xmlns:a16="http://schemas.microsoft.com/office/drawing/2014/main" id="{0A8672C3-7D6C-481F-97D7-4F2F26B8B7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Power T">
              <a:extLst>
                <a:ext uri="{FF2B5EF4-FFF2-40B4-BE49-F238E27FC236}">
                  <a16:creationId xmlns:a16="http://schemas.microsoft.com/office/drawing/2014/main" id="{3D474DBB-B351-45B1-A719-101AF5ECE5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9906FF7-C576-4286-8C4B-3F53F071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126C2A94-53CE-486F-9975-8669EB59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141FE45-4DB9-4E2A-B7DA-CCED0E8769A8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3634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3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F63F7-AB47-4FE8-9218-EFAB6F8A1EB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55691646-BA24-48AD-8195-8884118546E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39F8BA29-C988-4174-A6B5-C1D492A380C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54933C59-8044-45AE-B783-BB15A1255AF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9E8464D9-793C-43B1-90B0-79D0BEFD7D0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472ADD2-6B58-46FA-AEC0-5FE1F1F9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5A337B0-0DD4-492B-B84B-42ED51B6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FB9D316-28B6-42F9-931B-3A6A99DF56BD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0695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4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112120"/>
            <a:ext cx="6035040" cy="299956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112121"/>
            <a:ext cx="6035040" cy="299956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C863A4-EE11-4B90-A410-0E6C43997258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UTK Horiz_R">
            <a:extLst>
              <a:ext uri="{FF2B5EF4-FFF2-40B4-BE49-F238E27FC236}">
                <a16:creationId xmlns:a16="http://schemas.microsoft.com/office/drawing/2014/main" id="{2E42F2BB-757A-4B21-8C42-0954D98D70E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8" name="T fill">
              <a:extLst>
                <a:ext uri="{FF2B5EF4-FFF2-40B4-BE49-F238E27FC236}">
                  <a16:creationId xmlns:a16="http://schemas.microsoft.com/office/drawing/2014/main" id="{F5FA3AD2-D6DF-46CC-A422-E9BECB0221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ype">
              <a:extLst>
                <a:ext uri="{FF2B5EF4-FFF2-40B4-BE49-F238E27FC236}">
                  <a16:creationId xmlns:a16="http://schemas.microsoft.com/office/drawing/2014/main" id="{C22C1BBF-2CA3-4F62-A3BF-98D591A36C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Power T">
              <a:extLst>
                <a:ext uri="{FF2B5EF4-FFF2-40B4-BE49-F238E27FC236}">
                  <a16:creationId xmlns:a16="http://schemas.microsoft.com/office/drawing/2014/main" id="{843CC844-0DC6-4D42-A507-75E396D93F1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717A7FB-FE47-48AF-8FD9-40A0077B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8245921-DA8B-43E3-BF36-47125F63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88CB8D8-C86C-4EF1-95D0-B8E47851A316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112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6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410718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4F48C5-8CA6-45CE-AF3D-9CFD67D8C0E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BC978CF0-E52C-4277-AB74-5D9D5C9D441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D1A3E314-6933-48CE-B500-9486ED1F0B1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E17FF85F-787C-43A9-A3D6-4BBE8DA20F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D354A1A1-4062-4CE3-88BF-220CA2E896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392D6670-0FC0-468C-9F89-B66AC86A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8F39B5B-F4F0-401B-8A3E-55D0A84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4AF7E0A5-DA31-42F7-A72B-B0C1563A51EB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6875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8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 userDrawn="1">
            <p:ph type="pic" idx="15"/>
          </p:nvPr>
        </p:nvSpPr>
        <p:spPr bwMode="gray">
          <a:xfrm>
            <a:off x="9247632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7"/>
          <p:cNvSpPr>
            <a:spLocks noGrp="1"/>
          </p:cNvSpPr>
          <p:nvPr userDrawn="1">
            <p:ph type="pic" idx="13"/>
          </p:nvPr>
        </p:nvSpPr>
        <p:spPr bwMode="gray">
          <a:xfrm>
            <a:off x="9247632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 userDrawn="1">
            <p:ph type="pic" idx="14"/>
          </p:nvPr>
        </p:nvSpPr>
        <p:spPr bwMode="gray">
          <a:xfrm>
            <a:off x="6163056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5"/>
          <p:cNvSpPr>
            <a:spLocks noGrp="1"/>
          </p:cNvSpPr>
          <p:nvPr userDrawn="1">
            <p:ph type="pic" idx="16"/>
          </p:nvPr>
        </p:nvSpPr>
        <p:spPr bwMode="gray">
          <a:xfrm>
            <a:off x="6163056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idx="10"/>
          </p:nvPr>
        </p:nvSpPr>
        <p:spPr bwMode="gray">
          <a:xfrm>
            <a:off x="3081528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idx="17"/>
          </p:nvPr>
        </p:nvSpPr>
        <p:spPr bwMode="gray">
          <a:xfrm>
            <a:off x="3081528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 userDrawn="1">
            <p:ph type="pic" idx="12"/>
          </p:nvPr>
        </p:nvSpPr>
        <p:spPr bwMode="gray">
          <a:xfrm>
            <a:off x="0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 userDrawn="1">
            <p:ph type="pic" idx="1"/>
          </p:nvPr>
        </p:nvSpPr>
        <p:spPr bwMode="gray">
          <a:xfrm>
            <a:off x="0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60EDC4-C80E-434A-A358-9BDF4DBE08DF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76E3F749-E73D-46BE-BDEA-57E7CEDDFB1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6971537F-ED2D-4FED-A935-38A5A599E0E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2F3C1504-8352-4AB9-8334-6D223B4737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B045C84F-654A-4D68-9957-D9114D49CB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74540BEB-3E5A-4C9C-9AE4-1357930E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C4D720C-2F7A-4EA8-9862-BD2803B6FA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3DA30D9-F729-40A4-B2AE-42A471E14192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178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16-up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247632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8" name="Picture Placeholder 15"/>
          <p:cNvSpPr>
            <a:spLocks noGrp="1"/>
          </p:cNvSpPr>
          <p:nvPr>
            <p:ph type="pic" sz="quarter" idx="22"/>
          </p:nvPr>
        </p:nvSpPr>
        <p:spPr>
          <a:xfrm>
            <a:off x="6165087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2" name="Picture Placeholder 14"/>
          <p:cNvSpPr>
            <a:spLocks noGrp="1"/>
          </p:cNvSpPr>
          <p:nvPr>
            <p:ph type="pic" sz="quarter" idx="26"/>
          </p:nvPr>
        </p:nvSpPr>
        <p:spPr>
          <a:xfrm>
            <a:off x="3082543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6" name="Picture Placeholder 13"/>
          <p:cNvSpPr>
            <a:spLocks noGrp="1"/>
          </p:cNvSpPr>
          <p:nvPr>
            <p:ph type="pic" sz="quarter" idx="30"/>
          </p:nvPr>
        </p:nvSpPr>
        <p:spPr>
          <a:xfrm>
            <a:off x="0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3112123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CF4C9-4ACF-46F8-9898-6CE05A6D9564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UTK Horiz_R">
            <a:extLst>
              <a:ext uri="{FF2B5EF4-FFF2-40B4-BE49-F238E27FC236}">
                <a16:creationId xmlns:a16="http://schemas.microsoft.com/office/drawing/2014/main" id="{BE78D9A0-9DB0-4F91-8C53-162EFC6011D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4" name="T fill">
              <a:extLst>
                <a:ext uri="{FF2B5EF4-FFF2-40B4-BE49-F238E27FC236}">
                  <a16:creationId xmlns:a16="http://schemas.microsoft.com/office/drawing/2014/main" id="{585A59A7-DBA8-4B0C-B027-54CCDCF60C9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Type">
              <a:extLst>
                <a:ext uri="{FF2B5EF4-FFF2-40B4-BE49-F238E27FC236}">
                  <a16:creationId xmlns:a16="http://schemas.microsoft.com/office/drawing/2014/main" id="{056A50EA-4280-4D8B-B6A4-EA82655437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Power T">
              <a:extLst>
                <a:ext uri="{FF2B5EF4-FFF2-40B4-BE49-F238E27FC236}">
                  <a16:creationId xmlns:a16="http://schemas.microsoft.com/office/drawing/2014/main" id="{20217520-4813-41F6-82F7-A8A023052A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3A808F4A-B2FF-47D2-BC3D-20F720096A2E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43E3EB0A-D179-42AB-87ED-5682E398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CCF4881-751C-4EFF-97C7-FD0FD091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304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12-up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E45C44-80D6-4D55-B880-DFC0555C0189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538FF815-D98E-4487-BAE0-6039BA79ADB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2" name="T fill">
              <a:extLst>
                <a:ext uri="{FF2B5EF4-FFF2-40B4-BE49-F238E27FC236}">
                  <a16:creationId xmlns:a16="http://schemas.microsoft.com/office/drawing/2014/main" id="{EF5D0898-3836-427A-847E-4EC3F35F71C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ype">
              <a:extLst>
                <a:ext uri="{FF2B5EF4-FFF2-40B4-BE49-F238E27FC236}">
                  <a16:creationId xmlns:a16="http://schemas.microsoft.com/office/drawing/2014/main" id="{6985D7EA-069D-410B-8B2A-E9442EE127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Power T">
              <a:extLst>
                <a:ext uri="{FF2B5EF4-FFF2-40B4-BE49-F238E27FC236}">
                  <a16:creationId xmlns:a16="http://schemas.microsoft.com/office/drawing/2014/main" id="{919E65CD-5CAA-4C10-A684-97495ED96F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809F3AA7-0966-4A75-88DA-7A8C7D5905B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619A0BE7-43B0-4D14-B481-BA5D8EFE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62E42A51-C863-419E-9AC3-5E27D8ED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739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20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icture Placeholder 20"/>
          <p:cNvSpPr>
            <a:spLocks noGrp="1"/>
          </p:cNvSpPr>
          <p:nvPr>
            <p:ph type="pic" sz="quarter" idx="29"/>
          </p:nvPr>
        </p:nvSpPr>
        <p:spPr>
          <a:xfrm>
            <a:off x="986028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60" name="Picture Placeholder 19"/>
          <p:cNvSpPr>
            <a:spLocks noGrp="1"/>
          </p:cNvSpPr>
          <p:nvPr>
            <p:ph type="pic" sz="quarter" idx="28"/>
          </p:nvPr>
        </p:nvSpPr>
        <p:spPr>
          <a:xfrm>
            <a:off x="9860280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8" name="Picture Placeholder 18"/>
          <p:cNvSpPr>
            <a:spLocks noGrp="1"/>
          </p:cNvSpPr>
          <p:nvPr>
            <p:ph type="pic" sz="quarter" idx="27"/>
          </p:nvPr>
        </p:nvSpPr>
        <p:spPr>
          <a:xfrm>
            <a:off x="9860280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6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9860280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4" name="Picture Placeholder 16"/>
          <p:cNvSpPr>
            <a:spLocks noGrp="1"/>
          </p:cNvSpPr>
          <p:nvPr>
            <p:ph type="pic" sz="quarter" idx="25"/>
          </p:nvPr>
        </p:nvSpPr>
        <p:spPr>
          <a:xfrm>
            <a:off x="7395209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2" name="Picture Placeholder 15"/>
          <p:cNvSpPr>
            <a:spLocks noGrp="1"/>
          </p:cNvSpPr>
          <p:nvPr>
            <p:ph type="pic" sz="quarter" idx="24"/>
          </p:nvPr>
        </p:nvSpPr>
        <p:spPr>
          <a:xfrm>
            <a:off x="7395209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0" name="Picture Placeholder 14"/>
          <p:cNvSpPr>
            <a:spLocks noGrp="1"/>
          </p:cNvSpPr>
          <p:nvPr>
            <p:ph type="pic" sz="quarter" idx="23"/>
          </p:nvPr>
        </p:nvSpPr>
        <p:spPr>
          <a:xfrm>
            <a:off x="7395209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8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7395209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7" name="Picture Placeholder 12"/>
          <p:cNvSpPr>
            <a:spLocks noGrp="1"/>
          </p:cNvSpPr>
          <p:nvPr>
            <p:ph type="pic" sz="quarter" idx="21"/>
          </p:nvPr>
        </p:nvSpPr>
        <p:spPr>
          <a:xfrm>
            <a:off x="4930138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5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4930138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1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4930138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4930138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46888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468880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468880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2468880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3114228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1557114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74D8F1-F965-42A1-BFD5-F9438B3A9969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UTK Horiz_R">
            <a:extLst>
              <a:ext uri="{FF2B5EF4-FFF2-40B4-BE49-F238E27FC236}">
                <a16:creationId xmlns:a16="http://schemas.microsoft.com/office/drawing/2014/main" id="{B2994425-7E76-4397-BF62-BEC983CD761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40" name="T fill">
              <a:extLst>
                <a:ext uri="{FF2B5EF4-FFF2-40B4-BE49-F238E27FC236}">
                  <a16:creationId xmlns:a16="http://schemas.microsoft.com/office/drawing/2014/main" id="{6B24C090-578F-48DB-858A-4DC8C5D4FB6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Type">
              <a:extLst>
                <a:ext uri="{FF2B5EF4-FFF2-40B4-BE49-F238E27FC236}">
                  <a16:creationId xmlns:a16="http://schemas.microsoft.com/office/drawing/2014/main" id="{E809F2BD-3F39-406F-96A9-B30772B091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Power T">
              <a:extLst>
                <a:ext uri="{FF2B5EF4-FFF2-40B4-BE49-F238E27FC236}">
                  <a16:creationId xmlns:a16="http://schemas.microsoft.com/office/drawing/2014/main" id="{C5E2EE9E-84C0-4F40-B59A-0135BF5CF98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1BCDD338-6EBD-4F6E-AD0D-D128CD69A7EF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3F62F718-D4AB-4068-AE98-EAC207F2971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88B15B7F-4560-4DB1-8284-14384A9D9A31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35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6028944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299325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7919F3-E686-41EE-B7FA-07D4513C947B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UTK Horiz_R">
            <a:extLst>
              <a:ext uri="{FF2B5EF4-FFF2-40B4-BE49-F238E27FC236}">
                <a16:creationId xmlns:a16="http://schemas.microsoft.com/office/drawing/2014/main" id="{2FB97F32-2075-474C-8015-9FFD4D32894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>
              <a:extLst>
                <a:ext uri="{FF2B5EF4-FFF2-40B4-BE49-F238E27FC236}">
                  <a16:creationId xmlns:a16="http://schemas.microsoft.com/office/drawing/2014/main" id="{2BA9B8A2-EFAF-4725-B587-01160D1B9BB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A8ADF1DB-E80F-48DA-BA30-08DC6ACFE1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74A716B8-CFE3-4D94-BBB4-04E98044CE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1346185A-0FE6-46DD-8468-3DEC931F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E2248645-FBB0-4C1C-AB47-0ECEE4308B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96908412-FFF0-4A86-BBB2-6941860C2A18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526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2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924763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3"/>
          <p:cNvSpPr>
            <a:spLocks noGrp="1"/>
          </p:cNvSpPr>
          <p:nvPr>
            <p:ph type="pic" idx="18"/>
          </p:nvPr>
        </p:nvSpPr>
        <p:spPr bwMode="gray">
          <a:xfrm>
            <a:off x="6160475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6160475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6017685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B5537A-5A07-4814-8D51-8B7DE9EADADA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3E844877-4FEC-42E8-8BDA-38AD48251E5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55339272-9ED7-4A21-8275-D4040F87D6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1C612247-536F-462D-A42A-C84D631B8C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05E55626-D73F-4AD7-A7F2-9CA82FEE0B8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DE3A48F-9D9C-43DF-9204-F6924C04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61974757-F25D-4882-A3B7-2C21AB2E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E9F8FAD0-B80E-4BD2-9BD3-2ADC9EE726C7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3538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3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6166104" y="0"/>
            <a:ext cx="6025896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308305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 smtClean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6" name="Picture Placeholder 2"/>
          <p:cNvSpPr>
            <a:spLocks noGrp="1"/>
          </p:cNvSpPr>
          <p:nvPr>
            <p:ph type="pic" idx="21"/>
          </p:nvPr>
        </p:nvSpPr>
        <p:spPr bwMode="gray">
          <a:xfrm>
            <a:off x="0" y="3118437"/>
            <a:ext cx="60274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C0CB1B-3BE7-44F6-A73C-E1E91DD9C8D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UTK Horiz_R">
            <a:extLst>
              <a:ext uri="{FF2B5EF4-FFF2-40B4-BE49-F238E27FC236}">
                <a16:creationId xmlns:a16="http://schemas.microsoft.com/office/drawing/2014/main" id="{89E79694-B748-469B-B4CE-6C50B5F2BF6A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1" name="T fill">
              <a:extLst>
                <a:ext uri="{FF2B5EF4-FFF2-40B4-BE49-F238E27FC236}">
                  <a16:creationId xmlns:a16="http://schemas.microsoft.com/office/drawing/2014/main" id="{082258D3-A6CB-42FF-A10B-9981B336C8A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Type">
              <a:extLst>
                <a:ext uri="{FF2B5EF4-FFF2-40B4-BE49-F238E27FC236}">
                  <a16:creationId xmlns:a16="http://schemas.microsoft.com/office/drawing/2014/main" id="{2D1CAB90-6B78-4B61-934A-B506310F3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Power T">
              <a:extLst>
                <a:ext uri="{FF2B5EF4-FFF2-40B4-BE49-F238E27FC236}">
                  <a16:creationId xmlns:a16="http://schemas.microsoft.com/office/drawing/2014/main" id="{EBECD006-B41D-4150-B32B-5ACB550C76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8079E68D-30FA-4613-A3ED-12BD46FF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A30ABE1C-A141-4638-8FF3-5B46CA00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71E7641-16C3-43FE-94FC-4056A095D352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852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4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5"/>
          <p:cNvSpPr>
            <a:spLocks noGrp="1"/>
          </p:cNvSpPr>
          <p:nvPr>
            <p:ph type="pic" idx="23"/>
          </p:nvPr>
        </p:nvSpPr>
        <p:spPr bwMode="gray">
          <a:xfrm>
            <a:off x="3081528" y="3118437"/>
            <a:ext cx="9110472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4"/>
          <p:cNvSpPr>
            <a:spLocks noGrp="1"/>
          </p:cNvSpPr>
          <p:nvPr>
            <p:ph type="pic" idx="24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3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6458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25896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A8C4FA-E308-4FB5-8A69-997971CF2645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UTK Horiz_R">
            <a:extLst>
              <a:ext uri="{FF2B5EF4-FFF2-40B4-BE49-F238E27FC236}">
                <a16:creationId xmlns:a16="http://schemas.microsoft.com/office/drawing/2014/main" id="{B43C63C9-2E53-4BA2-A25E-3FBBE445DF6E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2" name="T fill">
              <a:extLst>
                <a:ext uri="{FF2B5EF4-FFF2-40B4-BE49-F238E27FC236}">
                  <a16:creationId xmlns:a16="http://schemas.microsoft.com/office/drawing/2014/main" id="{7B5D3F62-389D-496C-AD53-FA2CB144EDD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ype">
              <a:extLst>
                <a:ext uri="{FF2B5EF4-FFF2-40B4-BE49-F238E27FC236}">
                  <a16:creationId xmlns:a16="http://schemas.microsoft.com/office/drawing/2014/main" id="{3B70B52D-5999-47B5-B11E-3DD4742D69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Power T">
              <a:extLst>
                <a:ext uri="{FF2B5EF4-FFF2-40B4-BE49-F238E27FC236}">
                  <a16:creationId xmlns:a16="http://schemas.microsoft.com/office/drawing/2014/main" id="{F30EFDEC-C214-4B8F-8AAB-650758B5CE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FF362A0-035B-4D8F-8FCC-E8538D1B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27BF328-40D7-4B90-B42F-F91690E7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3053804-EAF9-4628-9D5E-F3B9353C966A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7551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5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/>
          <p:cNvSpPr>
            <a:spLocks noGrp="1"/>
          </p:cNvSpPr>
          <p:nvPr>
            <p:ph type="pic" idx="12"/>
          </p:nvPr>
        </p:nvSpPr>
        <p:spPr bwMode="gray">
          <a:xfrm>
            <a:off x="6166104" y="3118437"/>
            <a:ext cx="6025896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>
            <p:ph type="pic" idx="11"/>
          </p:nvPr>
        </p:nvSpPr>
        <p:spPr bwMode="gray">
          <a:xfrm>
            <a:off x="308305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8" name="Picture Placeholder 3"/>
          <p:cNvSpPr>
            <a:spLocks noGrp="1"/>
          </p:cNvSpPr>
          <p:nvPr>
            <p:ph type="pic" idx="10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2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9107424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89AD2-3518-413A-ABA3-E7A8DF65D37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2E21EEC6-C776-4CFD-B7E6-CA89FE81AC7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1C771EE9-D60E-45EB-B6A4-39B37C3A0C5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20EB37E7-CACB-4753-AFB4-2870A12B73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0ED1E3B9-531D-423F-9E35-0378E751C1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C7621C0-E7C0-4DE6-84D4-FCC46ACDE1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2D81B8B-916F-4B19-9B20-2997439E49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6BC8F37-88EF-4806-8713-D21CF52DB3C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588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6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4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118437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5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E673D-FF00-4E0B-BD0B-A4155EE42812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UTK Horiz_R">
            <a:extLst>
              <a:ext uri="{FF2B5EF4-FFF2-40B4-BE49-F238E27FC236}">
                <a16:creationId xmlns:a16="http://schemas.microsoft.com/office/drawing/2014/main" id="{0E5AA62D-447C-42E8-B340-7064365C285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1" name="T fill">
              <a:extLst>
                <a:ext uri="{FF2B5EF4-FFF2-40B4-BE49-F238E27FC236}">
                  <a16:creationId xmlns:a16="http://schemas.microsoft.com/office/drawing/2014/main" id="{B2F52895-9F7B-40CF-94E7-1A1E33A9390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Type">
              <a:extLst>
                <a:ext uri="{FF2B5EF4-FFF2-40B4-BE49-F238E27FC236}">
                  <a16:creationId xmlns:a16="http://schemas.microsoft.com/office/drawing/2014/main" id="{7A696688-03ED-44D5-A2B7-70A789C762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Power T">
              <a:extLst>
                <a:ext uri="{FF2B5EF4-FFF2-40B4-BE49-F238E27FC236}">
                  <a16:creationId xmlns:a16="http://schemas.microsoft.com/office/drawing/2014/main" id="{27E5FFF4-620A-4789-A6AB-3A83C1904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6F0EC3E-1A03-4C09-A627-EAA67DBE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E2F6F4F-4447-438A-A4AC-4D92AF88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B92355A-E470-4530-93A8-9F1064000B1C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9129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7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118437"/>
            <a:ext cx="602284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6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307848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615696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924763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22A63-E91F-41BB-B99E-9AF07C0ECF61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A7D796C2-0EA0-4087-9BCF-B8EB67EF6BB4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>
              <a:extLst>
                <a:ext uri="{FF2B5EF4-FFF2-40B4-BE49-F238E27FC236}">
                  <a16:creationId xmlns:a16="http://schemas.microsoft.com/office/drawing/2014/main" id="{2760FAAC-6F8E-4BEF-AC18-CA16CE5B530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B337B348-86A7-47AE-9503-7DFF602486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702B2B99-DD10-4BC2-83F7-76E4E17AF8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AF7315B5-17BD-4D64-96BB-555D7044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524EDEF4-6404-4988-9386-782F0CC2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43327178-A31A-430C-A7E0-88375EB29483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558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8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0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42831C-0EFB-4147-A29B-23AB7C64D53C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7A6A5FB2-6459-468B-A980-46A931D69E1F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>
              <a:extLst>
                <a:ext uri="{FF2B5EF4-FFF2-40B4-BE49-F238E27FC236}">
                  <a16:creationId xmlns:a16="http://schemas.microsoft.com/office/drawing/2014/main" id="{26658773-5160-45BE-92F0-94B815E6364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B1DF5F12-CAAA-49D8-AD1A-500B898DC8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9E19843C-F00B-437D-820A-3839336F48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F9D428E-CDCF-4F1C-9CDE-A96C5A1E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5A0FCB59-29AB-400A-AD17-F505D23A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84662B40-877B-4302-998D-7B358131F04F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1901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9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3118437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9F4E4-7053-49B2-A0D6-9F76EDC79A3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C2B35A55-75A7-4E80-97D7-59AD5AFCBD5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>
              <a:extLst>
                <a:ext uri="{FF2B5EF4-FFF2-40B4-BE49-F238E27FC236}">
                  <a16:creationId xmlns:a16="http://schemas.microsoft.com/office/drawing/2014/main" id="{230330AB-3C6E-4764-9024-E4291ACFCF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4F28174C-6136-4219-BA76-552A121EAC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249EE1A5-8D21-49AD-89AA-A70BCBF2F1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D60838A6-F986-4E6E-A20D-DB2FC2B8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9AE6A13-2803-49AE-BCFF-7E16BB0A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8BDAE1-3E81-4FCD-BA48-8138B435B950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3184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: Mosaic 10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821436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151602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B0B9D2-715F-45A6-9C1A-81AAEE3A4FA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344916F0-9415-4069-9924-A0111FCED32B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2" name="T fill">
              <a:extLst>
                <a:ext uri="{FF2B5EF4-FFF2-40B4-BE49-F238E27FC236}">
                  <a16:creationId xmlns:a16="http://schemas.microsoft.com/office/drawing/2014/main" id="{0986A198-486F-4B2E-9CF4-E3C3D14B73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5E5A9908-CD3E-446F-9F72-C061DFEC4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31C6A490-55A0-458F-88B5-E90C4D44C3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F8195CF-8C58-4743-84A6-AC44080E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60756D17-05EF-4076-A216-3D537968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3044729-870F-475E-8C1C-A4D82F210A14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147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hoto: Mosaic 11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1"/>
            <a:ext cx="3977640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2123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8214360" y="4151602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54E9F9-8C64-4B90-BF05-711F877D40E7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CAF1F205-EC12-4690-B33B-86FEC8D3168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CBFF1928-059C-465E-8E48-17825E9BC18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4382FDC2-D180-4EC6-A5F1-B356AD1C91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85A16A26-799C-4793-8F82-545D8FFB14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DEC6213-DE7C-45E0-901B-D58235B0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6169FDB7-2B54-4686-992E-BA407930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18CFCA41-9812-43AD-B4D0-CE9F6F45D8BA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651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2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 userDrawn="1">
            <p:ph type="pic" idx="15"/>
          </p:nvPr>
        </p:nvSpPr>
        <p:spPr bwMode="gray">
          <a:xfrm>
            <a:off x="9247632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4" name="Picture Placeholder 7"/>
          <p:cNvSpPr>
            <a:spLocks noGrp="1"/>
          </p:cNvSpPr>
          <p:nvPr userDrawn="1">
            <p:ph type="pic" idx="13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5" name="Picture Placeholder 6"/>
          <p:cNvSpPr>
            <a:spLocks noGrp="1"/>
          </p:cNvSpPr>
          <p:nvPr userDrawn="1">
            <p:ph type="pic" idx="14"/>
          </p:nvPr>
        </p:nvSpPr>
        <p:spPr bwMode="gray">
          <a:xfrm>
            <a:off x="6163056" y="4151602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7" name="Picture Placeholder 5"/>
          <p:cNvSpPr>
            <a:spLocks noGrp="1"/>
          </p:cNvSpPr>
          <p:nvPr userDrawn="1">
            <p:ph type="pic" idx="16"/>
          </p:nvPr>
        </p:nvSpPr>
        <p:spPr bwMode="gray">
          <a:xfrm>
            <a:off x="6163056" y="0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4"/>
          <p:cNvSpPr>
            <a:spLocks noGrp="1"/>
          </p:cNvSpPr>
          <p:nvPr userDrawn="1">
            <p:ph type="pic" idx="10"/>
          </p:nvPr>
        </p:nvSpPr>
        <p:spPr bwMode="gray">
          <a:xfrm>
            <a:off x="3081528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8" name="Picture Placeholder 3"/>
          <p:cNvSpPr>
            <a:spLocks noGrp="1"/>
          </p:cNvSpPr>
          <p:nvPr userDrawn="1">
            <p:ph type="pic" idx="17"/>
          </p:nvPr>
        </p:nvSpPr>
        <p:spPr bwMode="gray">
          <a:xfrm>
            <a:off x="3081528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3" name="Picture Placeholder 2"/>
          <p:cNvSpPr>
            <a:spLocks noGrp="1"/>
          </p:cNvSpPr>
          <p:nvPr userDrawn="1">
            <p:ph type="pic" idx="12"/>
          </p:nvPr>
        </p:nvSpPr>
        <p:spPr bwMode="gray">
          <a:xfrm>
            <a:off x="0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 userDrawn="1">
            <p:ph type="pic" idx="1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idx="18"/>
          </p:nvPr>
        </p:nvSpPr>
        <p:spPr bwMode="gray">
          <a:xfrm>
            <a:off x="6163056" y="2075801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143ACD-1767-40B8-B397-18D32147E173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01BE2F00-D29B-4695-984F-DDF37A60BC6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>
              <a:extLst>
                <a:ext uri="{FF2B5EF4-FFF2-40B4-BE49-F238E27FC236}">
                  <a16:creationId xmlns:a16="http://schemas.microsoft.com/office/drawing/2014/main" id="{50CEA381-4B05-4572-A60B-4EB495BFD9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0EAB07E9-8520-443A-92D5-122ABB7ED7B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FD140D9B-052B-453E-9702-E1BD35950EF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7CFF5528-4132-4805-8F74-207FA25C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48C0359E-BAC6-4653-A706-50B5B8C53F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9C0E0ED1-B8F7-45F0-96C0-308432B5926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5195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3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610537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2122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145288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D4159F-8F61-4238-914D-12A6B1A989D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308B014-8565-4C60-A960-FDE395DB088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>
              <a:extLst>
                <a:ext uri="{FF2B5EF4-FFF2-40B4-BE49-F238E27FC236}">
                  <a16:creationId xmlns:a16="http://schemas.microsoft.com/office/drawing/2014/main" id="{B264D899-3706-4D7B-953A-EDA128D6D4D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5C245D19-AFE7-40B6-9D7A-E95817427C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D0E8A633-197C-4A96-80B5-19452F647C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9A01636-4BFF-4A11-A723-C3535166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7171803-ED74-4470-BE04-8E52EFE7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0AC2C9A6-1DAC-467A-A4CA-11EDED9694BF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379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: Mosaic 14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8745056" y="3112122"/>
            <a:ext cx="3446944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1" y="0"/>
            <a:ext cx="1219200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idx="19"/>
          </p:nvPr>
        </p:nvSpPr>
        <p:spPr bwMode="gray">
          <a:xfrm>
            <a:off x="1" y="3112122"/>
            <a:ext cx="3394780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4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3516700" y="3112122"/>
            <a:ext cx="5106436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26FCCE-E158-4678-B117-39A0EA94BABD}"/>
              </a:ext>
            </a:extLst>
          </p:cNvPr>
          <p:cNvSpPr>
            <a:spLocks noChangeAspect="1"/>
          </p:cNvSpPr>
          <p:nvPr userDrawn="1"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56BEAC21-43E4-477D-8C65-01F1DE1658F1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>
              <a:extLst>
                <a:ext uri="{FF2B5EF4-FFF2-40B4-BE49-F238E27FC236}">
                  <a16:creationId xmlns:a16="http://schemas.microsoft.com/office/drawing/2014/main" id="{9465AF0B-311A-4AC5-90C0-BC94DCC1F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6B32841F-0826-4B10-A2BA-CA2BEBDF0F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648E0A65-D3EE-4683-A138-40C4AD29D1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790D90F0-CFA3-43B4-9E4B-AC8D38FA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F946159-6C47-4532-A590-42E19B5C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7736EAC-4B6A-41B4-BBA8-1CA68496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AE726307-B9FA-44BB-9F13-9F53D863018F}" type="datetimeFigureOut">
              <a:rPr lang="en-US" smtClean="0"/>
              <a:t>12/4/2024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190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o not 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 userDrawn="1"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</a:t>
            </a:r>
            <a:b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32146237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44E9673-74AF-4383-922C-DD5F5F38EA27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34671475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82" Type="http://schemas.openxmlformats.org/officeDocument/2006/relationships/theme" Target="../theme/theme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64340-01A7-48D1-B7C3-2A292264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11277600" cy="11237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51C87-2A75-429B-B1EB-F92F8C97F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057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624E3-1070-4E05-B22B-4D89456A0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9776558"/>
            <a:ext cx="43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0"/>
                  </a:schemeClr>
                </a:solidFill>
              </a:defRPr>
            </a:lvl1pPr>
          </a:lstStyle>
          <a:p>
            <a:fld id="{AE726307-B9FA-44BB-9F13-9F53D863018F}" type="datetimeFigureOut">
              <a:rPr lang="en-US" smtClean="0"/>
              <a:pPr/>
              <a:t>12/4/2024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9C6B0-F4DF-4321-B00E-B9E935F18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1"/>
            <a:ext cx="8572500" cy="27305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78E60-6E8D-4B9E-90FA-C5DF72CE8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356350"/>
            <a:ext cx="431800" cy="27305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63954337-777C-478F-BB37-379719107E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0318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49" r:id="rId5"/>
    <p:sldLayoutId id="2147483667" r:id="rId6"/>
    <p:sldLayoutId id="2147483705" r:id="rId7"/>
    <p:sldLayoutId id="2147483651" r:id="rId8"/>
    <p:sldLayoutId id="2147483650" r:id="rId9"/>
    <p:sldLayoutId id="2147483693" r:id="rId10"/>
    <p:sldLayoutId id="2147483694" r:id="rId11"/>
    <p:sldLayoutId id="2147483660" r:id="rId12"/>
    <p:sldLayoutId id="2147483734" r:id="rId13"/>
    <p:sldLayoutId id="2147483735" r:id="rId14"/>
    <p:sldLayoutId id="2147483736" r:id="rId15"/>
    <p:sldLayoutId id="2147483737" r:id="rId16"/>
    <p:sldLayoutId id="2147483738" r:id="rId17"/>
    <p:sldLayoutId id="2147483739" r:id="rId18"/>
    <p:sldLayoutId id="2147483740" r:id="rId19"/>
    <p:sldLayoutId id="2147483741" r:id="rId20"/>
    <p:sldLayoutId id="2147483742" r:id="rId21"/>
    <p:sldLayoutId id="2147483743" r:id="rId22"/>
    <p:sldLayoutId id="2147483744" r:id="rId23"/>
    <p:sldLayoutId id="2147483745" r:id="rId24"/>
    <p:sldLayoutId id="2147483652" r:id="rId25"/>
    <p:sldLayoutId id="2147483653" r:id="rId26"/>
    <p:sldLayoutId id="2147483654" r:id="rId27"/>
    <p:sldLayoutId id="2147483708" r:id="rId28"/>
    <p:sldLayoutId id="2147483746" r:id="rId29"/>
    <p:sldLayoutId id="2147483747" r:id="rId30"/>
    <p:sldLayoutId id="2147483655" r:id="rId31"/>
    <p:sldLayoutId id="2147483692" r:id="rId32"/>
    <p:sldLayoutId id="2147483668" r:id="rId33"/>
    <p:sldLayoutId id="2147483669" r:id="rId34"/>
    <p:sldLayoutId id="2147483670" r:id="rId35"/>
    <p:sldLayoutId id="2147483671" r:id="rId36"/>
    <p:sldLayoutId id="2147483672" r:id="rId37"/>
    <p:sldLayoutId id="2147483673" r:id="rId38"/>
    <p:sldLayoutId id="2147483674" r:id="rId39"/>
    <p:sldLayoutId id="2147483709" r:id="rId40"/>
    <p:sldLayoutId id="2147483675" r:id="rId41"/>
    <p:sldLayoutId id="2147483676" r:id="rId42"/>
    <p:sldLayoutId id="2147483677" r:id="rId43"/>
    <p:sldLayoutId id="2147483678" r:id="rId44"/>
    <p:sldLayoutId id="2147483679" r:id="rId45"/>
    <p:sldLayoutId id="2147483680" r:id="rId46"/>
    <p:sldLayoutId id="2147483681" r:id="rId47"/>
    <p:sldLayoutId id="2147483682" r:id="rId48"/>
    <p:sldLayoutId id="2147483683" r:id="rId49"/>
    <p:sldLayoutId id="2147483684" r:id="rId50"/>
    <p:sldLayoutId id="2147483685" r:id="rId51"/>
    <p:sldLayoutId id="2147483686" r:id="rId52"/>
    <p:sldLayoutId id="2147483687" r:id="rId53"/>
    <p:sldLayoutId id="2147483688" r:id="rId54"/>
    <p:sldLayoutId id="2147483689" r:id="rId55"/>
    <p:sldLayoutId id="2147483710" r:id="rId56"/>
    <p:sldLayoutId id="2147483711" r:id="rId57"/>
    <p:sldLayoutId id="2147483712" r:id="rId58"/>
    <p:sldLayoutId id="2147483713" r:id="rId59"/>
    <p:sldLayoutId id="2147483714" r:id="rId60"/>
    <p:sldLayoutId id="2147483715" r:id="rId61"/>
    <p:sldLayoutId id="2147483716" r:id="rId62"/>
    <p:sldLayoutId id="2147483717" r:id="rId63"/>
    <p:sldLayoutId id="2147483718" r:id="rId64"/>
    <p:sldLayoutId id="2147483719" r:id="rId65"/>
    <p:sldLayoutId id="2147483720" r:id="rId66"/>
    <p:sldLayoutId id="2147483721" r:id="rId67"/>
    <p:sldLayoutId id="2147483722" r:id="rId68"/>
    <p:sldLayoutId id="2147483723" r:id="rId69"/>
    <p:sldLayoutId id="2147483724" r:id="rId70"/>
    <p:sldLayoutId id="2147483725" r:id="rId71"/>
    <p:sldLayoutId id="2147483726" r:id="rId72"/>
    <p:sldLayoutId id="2147483727" r:id="rId73"/>
    <p:sldLayoutId id="2147483728" r:id="rId74"/>
    <p:sldLayoutId id="2147483729" r:id="rId75"/>
    <p:sldLayoutId id="2147483730" r:id="rId76"/>
    <p:sldLayoutId id="2147483731" r:id="rId77"/>
    <p:sldLayoutId id="2147483732" r:id="rId78"/>
    <p:sldLayoutId id="2147483733" r:id="rId79"/>
    <p:sldLayoutId id="2147483703" r:id="rId80"/>
    <p:sldLayoutId id="2147483704" r:id="rId8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 Nova" panose="020B0604020202020204" pitchFamily="34" charset="0"/>
          <a:ea typeface="UD Digi Kyokasho NK-B" panose="02020700000000000000" pitchFamily="18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338138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Roboto" pitchFamily="2" charset="0"/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23177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113" indent="-2254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7113" indent="-2254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44" userDrawn="1">
          <p15:clr>
            <a:srgbClr val="F26B43"/>
          </p15:clr>
        </p15:guide>
        <p15:guide id="4" pos="7536" userDrawn="1">
          <p15:clr>
            <a:srgbClr val="F26B43"/>
          </p15:clr>
        </p15:guide>
        <p15:guide id="7" orient="horz" pos="144" userDrawn="1">
          <p15:clr>
            <a:srgbClr val="F26B43"/>
          </p15:clr>
        </p15:guide>
        <p15:guide id="8" orient="horz" pos="4176" userDrawn="1">
          <p15:clr>
            <a:srgbClr val="F26B43"/>
          </p15:clr>
        </p15:guide>
        <p15:guide id="9" orient="horz" pos="3720" userDrawn="1">
          <p15:clr>
            <a:srgbClr val="F26B43"/>
          </p15:clr>
        </p15:guide>
        <p15:guide id="10" pos="288" userDrawn="1">
          <p15:clr>
            <a:srgbClr val="A4A3A4"/>
          </p15:clr>
        </p15:guide>
        <p15:guide id="11" pos="739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2_5FD0F10C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8_CF5437A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7E_AE73D9A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3_363D8F1F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93_5D87C78E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85_3C2363A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microsoft.com/office/2018/10/relationships/comments" Target="../comments/modernComment_197_F99B96BF.xml"/><Relationship Id="rId1" Type="http://schemas.openxmlformats.org/officeDocument/2006/relationships/slideLayout" Target="../slideLayouts/slideLayout2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search/cs?searchtype=author&amp;query=Perez,+E" TargetMode="External"/><Relationship Id="rId2" Type="http://schemas.openxmlformats.org/officeDocument/2006/relationships/hyperlink" Target="https://arxiv.org/search/cs?searchtype=author&amp;query=Lewis,+P" TargetMode="External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arxiv.org/search/cs?searchtype=author&amp;query=Petroni,+F" TargetMode="External"/><Relationship Id="rId4" Type="http://schemas.openxmlformats.org/officeDocument/2006/relationships/hyperlink" Target="https://arxiv.org/search/cs?searchtype=author&amp;query=Piktus,+A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thallyscostalat/chunking-strategies-optimization-for-retrieval-augmented-generation-rag-in-the-context-of-e47cc949931d" TargetMode="External"/><Relationship Id="rId2" Type="http://schemas.openxmlformats.org/officeDocument/2006/relationships/hyperlink" Target="https://huggingface.co/spaces/evaluate-metric/bertscore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2F739-A369-4EC3-B35B-240AB39C1D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Fine-Tuning BERT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00472F2-8E11-4D93-85EA-FAD5F811D2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Team 9: Cameron Rader, Sujit Tripathy, </a:t>
            </a:r>
            <a:r>
              <a:rPr lang="en-US" err="1"/>
              <a:t>Befikir</a:t>
            </a:r>
            <a:r>
              <a:rPr lang="en-US"/>
              <a:t> </a:t>
            </a:r>
            <a:r>
              <a:rPr lang="en-US" err="1"/>
              <a:t>Bogale</a:t>
            </a:r>
            <a:r>
              <a:rPr lang="en-US"/>
              <a:t>, William Parham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858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95BB1-CF35-B080-3BC8-1B6D4779D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UD Digi Kyokasho NK-B"/>
              </a:rPr>
              <a:t>Introduction (Team 9)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076CC-F42D-591A-578B-B07D0B11512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Description: Use BERT out-of-the-box and fine-tune it to answer questions about the author's novels, evaluating how fine-tuning improves performance.</a:t>
            </a:r>
          </a:p>
          <a:p>
            <a:pPr>
              <a:buClr>
                <a:srgbClr val="939393"/>
              </a:buClr>
            </a:pPr>
            <a:r>
              <a:rPr lang="en-US" u="sng"/>
              <a:t>A Study in Scarlet</a:t>
            </a:r>
            <a:r>
              <a:rPr lang="en-US"/>
              <a:t> by Sir Arthur Conan Doyle</a:t>
            </a:r>
          </a:p>
          <a:p>
            <a:pPr>
              <a:buClr>
                <a:srgbClr val="939393"/>
              </a:buClr>
            </a:pPr>
            <a:r>
              <a:rPr lang="en-US"/>
              <a:t>Project 1: Plot Analysis</a:t>
            </a:r>
          </a:p>
          <a:p>
            <a:pPr>
              <a:buClr>
                <a:srgbClr val="939393"/>
              </a:buClr>
            </a:pPr>
            <a:r>
              <a:rPr lang="en-US"/>
              <a:t>Project 2: General Question and Answer</a:t>
            </a:r>
          </a:p>
          <a:p>
            <a:pPr lvl="1">
              <a:buClr>
                <a:srgbClr val="939393"/>
              </a:buClr>
            </a:pPr>
            <a:r>
              <a:rPr lang="en-US"/>
              <a:t>2 approaches:</a:t>
            </a:r>
          </a:p>
          <a:p>
            <a:pPr lvl="2">
              <a:buClr>
                <a:srgbClr val="939393"/>
              </a:buClr>
            </a:pPr>
            <a:r>
              <a:rPr lang="en-US"/>
              <a:t>Enhanced context generation using RAG</a:t>
            </a:r>
          </a:p>
          <a:p>
            <a:pPr lvl="2">
              <a:buClr>
                <a:srgbClr val="939393"/>
              </a:buClr>
            </a:pPr>
            <a:r>
              <a:rPr lang="en-US"/>
              <a:t>Fine-Tuned BERT</a:t>
            </a:r>
          </a:p>
        </p:txBody>
      </p:sp>
      <p:pic>
        <p:nvPicPr>
          <p:cNvPr id="7" name="Picture 6" descr="A cover of a book&#10;&#10;Description automatically generated">
            <a:extLst>
              <a:ext uri="{FF2B5EF4-FFF2-40B4-BE49-F238E27FC236}">
                <a16:creationId xmlns:a16="http://schemas.microsoft.com/office/drawing/2014/main" id="{66A64EE7-A709-7849-A8FB-9A6868F6A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59180" y="2638245"/>
            <a:ext cx="2175259" cy="3370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28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15B8470-502D-718F-F29A-5A93CF6B0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UD Digi Kyokasho NK-B"/>
              </a:rPr>
              <a:t>Out of the Box Model</a:t>
            </a:r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1C65A49-8691-E020-EEA0-D53BD491B39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 fontScale="92500" lnSpcReduction="10000"/>
          </a:bodyPr>
          <a:lstStyle/>
          <a:p>
            <a:r>
              <a:rPr lang="en-US" err="1"/>
              <a:t>bert</a:t>
            </a:r>
            <a:r>
              <a:rPr lang="en-US"/>
              <a:t>-base-uncased</a:t>
            </a:r>
          </a:p>
          <a:p>
            <a:pPr marL="569595" lvl="1" indent="-337820"/>
            <a:r>
              <a:rPr lang="en-US"/>
              <a:t>Casing makes no difference</a:t>
            </a:r>
          </a:p>
          <a:p>
            <a:pPr marL="569595" lvl="1" indent="-337820"/>
            <a:r>
              <a:rPr lang="en-US"/>
              <a:t>110 million parameters</a:t>
            </a:r>
          </a:p>
          <a:p>
            <a:pPr marL="569595" lvl="1" indent="-337820"/>
            <a:r>
              <a:rPr lang="en-US"/>
              <a:t>Trained with English</a:t>
            </a:r>
          </a:p>
          <a:p>
            <a:pPr marL="569595" lvl="1" indent="-337820"/>
            <a:r>
              <a:rPr lang="en-US"/>
              <a:t>512 token context window</a:t>
            </a:r>
          </a:p>
          <a:p>
            <a:r>
              <a:rPr lang="en-US"/>
              <a:t>Pretrained with:</a:t>
            </a:r>
          </a:p>
          <a:p>
            <a:pPr marL="569595" lvl="1" indent="-337820"/>
            <a:r>
              <a:rPr lang="en-US"/>
              <a:t>'BookCorpus' dataset</a:t>
            </a:r>
          </a:p>
          <a:p>
            <a:pPr marL="569595" lvl="1" indent="-337820"/>
            <a:r>
              <a:rPr lang="en-US"/>
              <a:t>English Wikipedia</a:t>
            </a:r>
          </a:p>
          <a:p>
            <a:r>
              <a:rPr lang="en-US"/>
              <a:t>Introduced in:</a:t>
            </a:r>
          </a:p>
          <a:p>
            <a:pPr marL="569595" lvl="1" indent="-337820"/>
            <a:r>
              <a:rPr lang="en-US" i="1"/>
              <a:t>BERT: Pre-training of Deep Bidirectional Transformers for Language Understanding</a:t>
            </a:r>
            <a:r>
              <a:rPr lang="en-US" i="1" baseline="30000"/>
              <a:t>1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8489D9-5291-38DF-77BD-7B6FDF9E2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model:</a:t>
            </a:r>
          </a:p>
        </p:txBody>
      </p:sp>
      <p:pic>
        <p:nvPicPr>
          <p:cNvPr id="3" name="Picture 2" descr="A diagram of a diagram&#10;&#10;Description automatically generated">
            <a:extLst>
              <a:ext uri="{FF2B5EF4-FFF2-40B4-BE49-F238E27FC236}">
                <a16:creationId xmlns:a16="http://schemas.microsoft.com/office/drawing/2014/main" id="{F9111F49-A0C4-D799-03F0-2EFD3EC2F9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9524" y="2125362"/>
            <a:ext cx="7647571" cy="3028312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FB08FE1-340C-0B15-B9DF-4FAD84412514}"/>
              </a:ext>
            </a:extLst>
          </p:cNvPr>
          <p:cNvSpPr txBox="1">
            <a:spLocks/>
          </p:cNvSpPr>
          <p:nvPr/>
        </p:nvSpPr>
        <p:spPr>
          <a:xfrm>
            <a:off x="6674225" y="1531291"/>
            <a:ext cx="2698167" cy="54959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Roboto" pitchFamily="2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/>
              <a:t>BERT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78402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CE9C63E-F73E-9672-B28E-CEBA93C1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83D315-6FB3-A0B4-467A-5E7CB58EAF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Retrieval 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BBC41-B07E-7D08-A64E-AC101D2FF3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r>
              <a:rPr lang="en-US"/>
              <a:t>Why?</a:t>
            </a:r>
          </a:p>
          <a:p>
            <a:pPr lvl="1"/>
            <a:r>
              <a:rPr lang="en-US"/>
              <a:t>We cannot fit the entire novel into the BERT context window.</a:t>
            </a:r>
          </a:p>
          <a:p>
            <a:pPr lvl="2"/>
            <a:r>
              <a:rPr lang="en-US"/>
              <a:t>Window is only 512 tokens.</a:t>
            </a:r>
          </a:p>
          <a:p>
            <a:r>
              <a:rPr lang="en-US"/>
              <a:t>Idea: </a:t>
            </a:r>
          </a:p>
          <a:p>
            <a:pPr lvl="1"/>
            <a:r>
              <a:rPr lang="en-US"/>
              <a:t>Can enhanced query alone support BERT without fine-tuning?</a:t>
            </a:r>
          </a:p>
          <a:p>
            <a:r>
              <a:rPr lang="en-US"/>
              <a:t>Parts:</a:t>
            </a:r>
          </a:p>
          <a:p>
            <a:pPr lvl="1"/>
            <a:r>
              <a:rPr lang="en-US"/>
              <a:t>Chunking method</a:t>
            </a:r>
          </a:p>
          <a:p>
            <a:pPr lvl="1"/>
            <a:r>
              <a:rPr lang="en-US"/>
              <a:t>Embedding method</a:t>
            </a:r>
          </a:p>
          <a:p>
            <a:pPr lvl="2"/>
            <a:r>
              <a:rPr lang="en-US"/>
              <a:t>SBERT</a:t>
            </a:r>
          </a:p>
          <a:p>
            <a:pPr lvl="1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1ADA4E-58FE-E4EE-40F6-B8145736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307A876-E592-CFD7-6EF9-C538FD317140}"/>
              </a:ext>
            </a:extLst>
          </p:cNvPr>
          <p:cNvSpPr/>
          <p:nvPr/>
        </p:nvSpPr>
        <p:spPr>
          <a:xfrm>
            <a:off x="8341567" y="437962"/>
            <a:ext cx="2015413" cy="4993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Query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8167C8-82C8-7088-6EE0-EBD90CE77594}"/>
              </a:ext>
            </a:extLst>
          </p:cNvPr>
          <p:cNvSpPr/>
          <p:nvPr/>
        </p:nvSpPr>
        <p:spPr>
          <a:xfrm>
            <a:off x="8341567" y="1668162"/>
            <a:ext cx="2015413" cy="4993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RAG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AC59DF8-2C40-ED70-0801-99CB400AAC5F}"/>
              </a:ext>
            </a:extLst>
          </p:cNvPr>
          <p:cNvSpPr/>
          <p:nvPr/>
        </p:nvSpPr>
        <p:spPr>
          <a:xfrm>
            <a:off x="8341567" y="2870418"/>
            <a:ext cx="2015413" cy="4993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Context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245D3E5-3B45-5930-1DF3-126B70AAA84E}"/>
              </a:ext>
            </a:extLst>
          </p:cNvPr>
          <p:cNvSpPr/>
          <p:nvPr/>
        </p:nvSpPr>
        <p:spPr>
          <a:xfrm>
            <a:off x="8341567" y="4072674"/>
            <a:ext cx="2015413" cy="4993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Model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5913330-0EDB-196A-3C02-06443455CA32}"/>
              </a:ext>
            </a:extLst>
          </p:cNvPr>
          <p:cNvSpPr/>
          <p:nvPr/>
        </p:nvSpPr>
        <p:spPr>
          <a:xfrm>
            <a:off x="8341567" y="5189838"/>
            <a:ext cx="2015413" cy="499326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Answer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3191F2A-1476-873E-1F74-5A019DD972DB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>
            <a:off x="9349274" y="937288"/>
            <a:ext cx="0" cy="73087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D9D1D16-4E3D-6B95-BB5E-2278BC5688FA}"/>
              </a:ext>
            </a:extLst>
          </p:cNvPr>
          <p:cNvCxnSpPr>
            <a:cxnSpLocks/>
            <a:stCxn id="12" idx="2"/>
            <a:endCxn id="13" idx="0"/>
          </p:cNvCxnSpPr>
          <p:nvPr/>
        </p:nvCxnSpPr>
        <p:spPr>
          <a:xfrm>
            <a:off x="9349274" y="2167488"/>
            <a:ext cx="0" cy="70293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ACC6D48-C11B-9C03-56DF-F53611F84306}"/>
              </a:ext>
            </a:extLst>
          </p:cNvPr>
          <p:cNvCxnSpPr>
            <a:cxnSpLocks/>
            <a:stCxn id="13" idx="2"/>
            <a:endCxn id="14" idx="0"/>
          </p:cNvCxnSpPr>
          <p:nvPr/>
        </p:nvCxnSpPr>
        <p:spPr>
          <a:xfrm>
            <a:off x="9349274" y="3369744"/>
            <a:ext cx="0" cy="70293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4D6C3D3-21AA-C84A-54AF-55E53E56D5F2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9349274" y="4572000"/>
            <a:ext cx="0" cy="617838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926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9C63E-F73E-9672-B28E-CEBA93C17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D83D315-6FB3-A0B4-467A-5E7CB58EA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4543" y="1519559"/>
            <a:ext cx="5638190" cy="549590"/>
          </a:xfrm>
        </p:spPr>
        <p:txBody>
          <a:bodyPr>
            <a:noAutofit/>
          </a:bodyPr>
          <a:lstStyle/>
          <a:p>
            <a:r>
              <a:rPr lang="en-US" sz="2800"/>
              <a:t>Retrieval Augmented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9BBC41-B07E-7D08-A64E-AC101D2FF3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199" y="2070220"/>
            <a:ext cx="5775600" cy="3812869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Why?</a:t>
            </a:r>
          </a:p>
          <a:p>
            <a:pPr lvl="1"/>
            <a:r>
              <a:rPr lang="en-US"/>
              <a:t>We cannot fit the entire novel into the BERT context window.</a:t>
            </a:r>
          </a:p>
          <a:p>
            <a:pPr lvl="2"/>
            <a:r>
              <a:rPr lang="en-US"/>
              <a:t>Window is only 512 tokens.</a:t>
            </a:r>
          </a:p>
          <a:p>
            <a:r>
              <a:rPr lang="en-US"/>
              <a:t>Idea: </a:t>
            </a:r>
          </a:p>
          <a:p>
            <a:pPr lvl="1"/>
            <a:r>
              <a:rPr lang="en-US"/>
              <a:t>Can enhanced query alone support BERT without fine-tuning?</a:t>
            </a:r>
          </a:p>
          <a:p>
            <a:r>
              <a:rPr lang="en-US"/>
              <a:t>Parts:</a:t>
            </a:r>
          </a:p>
          <a:p>
            <a:pPr lvl="1"/>
            <a:r>
              <a:rPr lang="en-US"/>
              <a:t>Chunking method</a:t>
            </a:r>
          </a:p>
          <a:p>
            <a:pPr lvl="1"/>
            <a:r>
              <a:rPr lang="en-US"/>
              <a:t>Embedding method</a:t>
            </a:r>
          </a:p>
          <a:p>
            <a:pPr lvl="2"/>
            <a:r>
              <a:rPr lang="en-US"/>
              <a:t>SBERT</a:t>
            </a:r>
          </a:p>
          <a:p>
            <a:pPr lvl="1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01ADA4E-58FE-E4EE-40F6-B81457366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</a:t>
            </a:r>
            <a:r>
              <a:rPr lang="en-US" baseline="30000"/>
              <a:t>3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4F1D36-3B31-ABFC-8EAD-BCE84AB2420A}"/>
              </a:ext>
            </a:extLst>
          </p:cNvPr>
          <p:cNvSpPr/>
          <p:nvPr/>
        </p:nvSpPr>
        <p:spPr>
          <a:xfrm>
            <a:off x="6577261" y="1401083"/>
            <a:ext cx="2021305" cy="421920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query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FA1CAD-3A88-AE6A-9061-13A8F5966A5E}"/>
              </a:ext>
            </a:extLst>
          </p:cNvPr>
          <p:cNvSpPr/>
          <p:nvPr/>
        </p:nvSpPr>
        <p:spPr>
          <a:xfrm>
            <a:off x="6570077" y="2381007"/>
            <a:ext cx="2021305" cy="4219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Search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2AF6753-04FB-9708-8202-36F610DED7EE}"/>
              </a:ext>
            </a:extLst>
          </p:cNvPr>
          <p:cNvSpPr/>
          <p:nvPr/>
        </p:nvSpPr>
        <p:spPr>
          <a:xfrm>
            <a:off x="6577261" y="3360931"/>
            <a:ext cx="2021305" cy="1043398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Document </a:t>
            </a:r>
          </a:p>
          <a:p>
            <a:pPr algn="ctr"/>
            <a:r>
              <a:rPr lang="en-US" i="1"/>
              <a:t>(A Study in Scarlet)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65711DD-4E40-6858-9FE1-2B89688FE0FB}"/>
              </a:ext>
            </a:extLst>
          </p:cNvPr>
          <p:cNvSpPr/>
          <p:nvPr/>
        </p:nvSpPr>
        <p:spPr>
          <a:xfrm>
            <a:off x="6577261" y="4962333"/>
            <a:ext cx="2021305" cy="59396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Top Search Results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6A370AF-71F1-DFB5-700D-DC0EA8F1E330}"/>
              </a:ext>
            </a:extLst>
          </p:cNvPr>
          <p:cNvSpPr/>
          <p:nvPr/>
        </p:nvSpPr>
        <p:spPr>
          <a:xfrm>
            <a:off x="9476152" y="1519559"/>
            <a:ext cx="2021305" cy="1263531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Input = Instruction + search results + question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ADD2E50-092B-1AA1-1A43-9BBCA783EC30}"/>
              </a:ext>
            </a:extLst>
          </p:cNvPr>
          <p:cNvSpPr/>
          <p:nvPr/>
        </p:nvSpPr>
        <p:spPr>
          <a:xfrm>
            <a:off x="9476152" y="5134377"/>
            <a:ext cx="2021305" cy="42192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Answer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6859CCB-554D-24E8-07A7-74DC0A851ED1}"/>
              </a:ext>
            </a:extLst>
          </p:cNvPr>
          <p:cNvSpPr/>
          <p:nvPr/>
        </p:nvSpPr>
        <p:spPr>
          <a:xfrm>
            <a:off x="9861162" y="3418465"/>
            <a:ext cx="1251284" cy="112376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Bert Model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0B9E831E-210C-4657-7763-0F2978F83A4E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flipH="1">
            <a:off x="7580730" y="1823003"/>
            <a:ext cx="7184" cy="55800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FE696B6-DEC7-B512-24B7-E183A0949513}"/>
              </a:ext>
            </a:extLst>
          </p:cNvPr>
          <p:cNvCxnSpPr>
            <a:cxnSpLocks/>
            <a:stCxn id="5" idx="2"/>
            <a:endCxn id="7" idx="0"/>
          </p:cNvCxnSpPr>
          <p:nvPr/>
        </p:nvCxnSpPr>
        <p:spPr>
          <a:xfrm>
            <a:off x="7580730" y="2802927"/>
            <a:ext cx="7184" cy="55800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B0F53D71-29AB-74D8-BD3C-58669ED73A38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7587914" y="4404329"/>
            <a:ext cx="0" cy="558004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C1124BE-2844-56BA-5268-D5AE9A28858C}"/>
              </a:ext>
            </a:extLst>
          </p:cNvPr>
          <p:cNvCxnSpPr>
            <a:cxnSpLocks/>
            <a:stCxn id="9" idx="2"/>
            <a:endCxn id="16" idx="0"/>
          </p:cNvCxnSpPr>
          <p:nvPr/>
        </p:nvCxnSpPr>
        <p:spPr>
          <a:xfrm flipH="1">
            <a:off x="10486804" y="2783090"/>
            <a:ext cx="1" cy="63537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17D172E-09BF-E28B-677C-AB2C8A5E4359}"/>
              </a:ext>
            </a:extLst>
          </p:cNvPr>
          <p:cNvCxnSpPr>
            <a:cxnSpLocks/>
            <a:stCxn id="16" idx="4"/>
            <a:endCxn id="10" idx="0"/>
          </p:cNvCxnSpPr>
          <p:nvPr/>
        </p:nvCxnSpPr>
        <p:spPr>
          <a:xfrm>
            <a:off x="10486804" y="4542226"/>
            <a:ext cx="1" cy="592151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A9370EF-F309-4351-C2ED-8F0023688105}"/>
              </a:ext>
            </a:extLst>
          </p:cNvPr>
          <p:cNvCxnSpPr>
            <a:cxnSpLocks/>
            <a:stCxn id="8" idx="3"/>
          </p:cNvCxnSpPr>
          <p:nvPr/>
        </p:nvCxnSpPr>
        <p:spPr>
          <a:xfrm>
            <a:off x="8598566" y="5259315"/>
            <a:ext cx="344462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373B457-4B6A-B834-72F6-40CEBF73A436}"/>
              </a:ext>
            </a:extLst>
          </p:cNvPr>
          <p:cNvCxnSpPr>
            <a:cxnSpLocks/>
          </p:cNvCxnSpPr>
          <p:nvPr/>
        </p:nvCxnSpPr>
        <p:spPr>
          <a:xfrm>
            <a:off x="8937992" y="2151324"/>
            <a:ext cx="0" cy="310648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8FA47298-38E7-F024-CC4C-F4EB22E5301A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8937992" y="2151325"/>
            <a:ext cx="538160" cy="0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288828D-9F8A-44CA-68AF-6467A1AAD0D8}"/>
              </a:ext>
            </a:extLst>
          </p:cNvPr>
          <p:cNvSpPr txBox="1">
            <a:spLocks/>
          </p:cNvSpPr>
          <p:nvPr/>
        </p:nvSpPr>
        <p:spPr>
          <a:xfrm>
            <a:off x="6387977" y="673894"/>
            <a:ext cx="5638190" cy="54959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Roboto" pitchFamily="2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u="sng"/>
              <a:t>RAG Pipeline</a:t>
            </a:r>
          </a:p>
        </p:txBody>
      </p:sp>
    </p:spTree>
    <p:extLst>
      <p:ext uri="{BB962C8B-B14F-4D97-AF65-F5344CB8AC3E}">
        <p14:creationId xmlns:p14="http://schemas.microsoft.com/office/powerpoint/2010/main" val="1563822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D393B-9C6F-9496-5C38-CB95047F5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8B78110-5686-81EF-8B4F-B84F4D9895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Few Approaches: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F3E2E-0CF6-8527-5570-056733C35E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Sentence Chunking</a:t>
            </a:r>
          </a:p>
          <a:p>
            <a:r>
              <a:rPr lang="en-US"/>
              <a:t>Paragraph Chunking</a:t>
            </a:r>
          </a:p>
          <a:p>
            <a:pPr lvl="1"/>
            <a:r>
              <a:rPr lang="en-US"/>
              <a:t>Quickly overcomes context window</a:t>
            </a:r>
          </a:p>
          <a:p>
            <a:r>
              <a:rPr lang="en-US"/>
              <a:t>Scene Chunking</a:t>
            </a:r>
          </a:p>
          <a:p>
            <a:r>
              <a:rPr lang="en-US"/>
              <a:t>Phrase Chunking</a:t>
            </a:r>
          </a:p>
          <a:p>
            <a:pPr lvl="1"/>
            <a:r>
              <a:rPr lang="en-US"/>
              <a:t>Good at finding specific passages of text.</a:t>
            </a:r>
          </a:p>
          <a:p>
            <a:r>
              <a:rPr lang="en-US"/>
              <a:t>Semantic Chunking</a:t>
            </a:r>
          </a:p>
          <a:p>
            <a:pPr lvl="1"/>
            <a:r>
              <a:rPr lang="en-US"/>
              <a:t>Good at dealing with more complex questions</a:t>
            </a:r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773ADE8-A292-087A-FF92-5CA8552BA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Methods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1A6D334-1B85-2FCF-3A88-FFFAC9125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358" y="7130188"/>
            <a:ext cx="5588142" cy="4776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Chunking Strategies Optimization for Retrieval Augmented Generation (RAG)  in the Context of Generative AI | by thallyscostalat | Medium">
            <a:extLst>
              <a:ext uri="{FF2B5EF4-FFF2-40B4-BE49-F238E27FC236}">
                <a16:creationId xmlns:a16="http://schemas.microsoft.com/office/drawing/2014/main" id="{F6D9ED0A-D567-9869-6548-0025C65C6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187517"/>
            <a:ext cx="5503652" cy="4482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43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D6EFD-093E-ED59-AFD2-E4400E382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665726A-FB4F-E273-E289-C6BD39EA7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ABD80-3AEA-EA58-989E-76C6A9194DB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Tokenize the novel at the sentence level.</a:t>
            </a:r>
          </a:p>
          <a:p>
            <a:pPr lvl="1"/>
            <a:r>
              <a:rPr lang="en-US"/>
              <a:t>Create chunks of sentences less than or equal to 256 tokens.</a:t>
            </a:r>
          </a:p>
          <a:p>
            <a:pPr lvl="1"/>
            <a:r>
              <a:rPr lang="en-US"/>
              <a:t>Preserve breaks in sentences.</a:t>
            </a:r>
          </a:p>
          <a:p>
            <a:r>
              <a:rPr lang="en-US"/>
              <a:t>Basic and fast implementation.</a:t>
            </a:r>
          </a:p>
          <a:p>
            <a:pPr lvl="1"/>
            <a:r>
              <a:rPr lang="en-US"/>
              <a:t>Provides a baseline.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7D1E77A-4D24-701F-F14E-10ECACC9E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Sentence Chunking</a:t>
            </a:r>
          </a:p>
        </p:txBody>
      </p:sp>
      <p:pic>
        <p:nvPicPr>
          <p:cNvPr id="3078" name="Picture 6">
            <a:extLst>
              <a:ext uri="{FF2B5EF4-FFF2-40B4-BE49-F238E27FC236}">
                <a16:creationId xmlns:a16="http://schemas.microsoft.com/office/drawing/2014/main" id="{520ECC91-47FE-E4B1-EB08-BD39FAB3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9040" y="1575772"/>
            <a:ext cx="5495925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3161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91917-2262-2222-7106-268774E58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9CF97D-EDFC-FAFF-F2D4-AB9EE37061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BE7C1-DD45-E227-0288-5BEEDE96B40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Tokenize the novel at the paragraph level.</a:t>
            </a:r>
          </a:p>
          <a:p>
            <a:pPr lvl="1"/>
            <a:r>
              <a:rPr lang="en-US"/>
              <a:t>Create chunks of paragraphs less than or equal to 256 tokens.</a:t>
            </a:r>
          </a:p>
          <a:p>
            <a:pPr lvl="1"/>
            <a:r>
              <a:rPr lang="en-US"/>
              <a:t>Preserve breaks in paragraphs.</a:t>
            </a:r>
          </a:p>
          <a:p>
            <a:r>
              <a:rPr lang="en-US"/>
              <a:t>This will result in a larger similar context.</a:t>
            </a:r>
          </a:p>
          <a:p>
            <a:r>
              <a:rPr lang="en-US"/>
              <a:t>Falls out of the context window extremely fast.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F60D4D6-859D-AB94-29B7-3FB514187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Paragraph Chunking</a:t>
            </a:r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15195166-3C6D-A174-F1C6-922818523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3111" y="1417511"/>
            <a:ext cx="52768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4397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773-28E5-1A1E-D3B5-372561CD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669D6C-6BF9-CB30-C862-0BFBD6BF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Scene Chunking</a:t>
            </a:r>
          </a:p>
        </p:txBody>
      </p:sp>
      <p:pic>
        <p:nvPicPr>
          <p:cNvPr id="5" name="Picture 4" descr="A graph showing different colored lines&#10;&#10;Description automatically generated">
            <a:extLst>
              <a:ext uri="{FF2B5EF4-FFF2-40B4-BE49-F238E27FC236}">
                <a16:creationId xmlns:a16="http://schemas.microsoft.com/office/drawing/2014/main" id="{D0F81309-818C-8875-ED37-A1745C18F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306" y="1823591"/>
            <a:ext cx="8461829" cy="3454689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03044EDA-8BE6-E977-3E2A-51964F289531}"/>
              </a:ext>
            </a:extLst>
          </p:cNvPr>
          <p:cNvSpPr/>
          <p:nvPr/>
        </p:nvSpPr>
        <p:spPr>
          <a:xfrm rot="10800000">
            <a:off x="4890026" y="5065311"/>
            <a:ext cx="233731" cy="20711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D62CDA-DDE7-9308-1DB8-135E4DF2C9BB}"/>
              </a:ext>
            </a:extLst>
          </p:cNvPr>
          <p:cNvSpPr/>
          <p:nvPr/>
        </p:nvSpPr>
        <p:spPr>
          <a:xfrm rot="10800000">
            <a:off x="7380465" y="5065311"/>
            <a:ext cx="233731" cy="20711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highlight>
                <a:srgbClr val="FF00FF"/>
              </a:highligh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A5A56BE-A7DE-645C-3B5C-C3BAAB7811B0}"/>
              </a:ext>
            </a:extLst>
          </p:cNvPr>
          <p:cNvSpPr/>
          <p:nvPr/>
        </p:nvSpPr>
        <p:spPr>
          <a:xfrm rot="10800000">
            <a:off x="10577147" y="5065311"/>
            <a:ext cx="233731" cy="20711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E861FC8-1FF4-8578-E679-0FC5C4D9A58D}"/>
              </a:ext>
            </a:extLst>
          </p:cNvPr>
          <p:cNvSpPr/>
          <p:nvPr/>
        </p:nvSpPr>
        <p:spPr>
          <a:xfrm rot="10800000">
            <a:off x="9768683" y="5065311"/>
            <a:ext cx="233731" cy="20711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FE70C9-B12A-E3A5-14EB-0F5B76A75D75}"/>
              </a:ext>
            </a:extLst>
          </p:cNvPr>
          <p:cNvSpPr/>
          <p:nvPr/>
        </p:nvSpPr>
        <p:spPr>
          <a:xfrm>
            <a:off x="457200" y="5334000"/>
            <a:ext cx="11277600" cy="68580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We explored a chunking strategy based on scenes, treating each scene as an individual chunk for processing. However, this approach did not yield the desired results.</a:t>
            </a:r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D113583-6C11-D9D6-5BEC-68E2FD89B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624" y="1821959"/>
            <a:ext cx="3514584" cy="418427"/>
          </a:xfrm>
        </p:spPr>
        <p:txBody>
          <a:bodyPr/>
          <a:lstStyle/>
          <a:p>
            <a:r>
              <a:rPr lang="en-US"/>
              <a:t>Idea: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1CE9B55-64E8-28B4-9B84-704C7D562D78}"/>
              </a:ext>
            </a:extLst>
          </p:cNvPr>
          <p:cNvSpPr txBox="1">
            <a:spLocks/>
          </p:cNvSpPr>
          <p:nvPr/>
        </p:nvSpPr>
        <p:spPr>
          <a:xfrm>
            <a:off x="148624" y="2272685"/>
            <a:ext cx="3514584" cy="2663624"/>
          </a:xfrm>
          <a:prstGeom prst="rect">
            <a:avLst/>
          </a:prstGeom>
        </p:spPr>
        <p:txBody>
          <a:bodyPr vert="horz" lIns="0" tIns="0" rIns="0" bIns="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Roboto" pitchFamily="2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7113" indent="-225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7113" indent="-225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Chunking based on scenes is an attempt at capturing shifts within the novel.</a:t>
            </a:r>
          </a:p>
          <a:p>
            <a:pPr marL="569595" lvl="1" indent="-337820"/>
            <a:r>
              <a:rPr lang="en-US"/>
              <a:t>Allows us to group based on plot changes.</a:t>
            </a:r>
          </a:p>
          <a:p>
            <a:pPr>
              <a:buClr>
                <a:srgbClr val="939393"/>
              </a:buClr>
            </a:pPr>
            <a:r>
              <a:rPr lang="en-US"/>
              <a:t>Chunk sizes varied greatly across scenes.</a:t>
            </a:r>
          </a:p>
          <a:p>
            <a:pPr>
              <a:buClr>
                <a:srgbClr val="939393"/>
              </a:buClr>
            </a:pPr>
            <a:r>
              <a:rPr lang="en-US"/>
              <a:t>Resulted in the model giving incoherent responses.</a:t>
            </a:r>
          </a:p>
          <a:p>
            <a:pPr>
              <a:buClr>
                <a:srgbClr val="939393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354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31C773-28E5-1A1E-D3B5-372561CD1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E669D6C-6BF9-CB30-C862-0BFBD6BF2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Scene Chunking</a:t>
            </a:r>
          </a:p>
        </p:txBody>
      </p:sp>
      <p:pic>
        <p:nvPicPr>
          <p:cNvPr id="5" name="Picture 4" descr="A graph showing different colored lines&#10;&#10;Description automatically generated">
            <a:extLst>
              <a:ext uri="{FF2B5EF4-FFF2-40B4-BE49-F238E27FC236}">
                <a16:creationId xmlns:a16="http://schemas.microsoft.com/office/drawing/2014/main" id="{D0F81309-818C-8875-ED37-A1745C18F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8306" y="1823591"/>
            <a:ext cx="8461829" cy="3454689"/>
          </a:xfrm>
          <a:prstGeom prst="rect">
            <a:avLst/>
          </a:prstGeom>
          <a:ln>
            <a:solidFill>
              <a:schemeClr val="tx2"/>
            </a:solidFill>
          </a:ln>
        </p:spPr>
      </p:pic>
      <p:sp>
        <p:nvSpPr>
          <p:cNvPr id="7" name="Arrow: Down 6">
            <a:extLst>
              <a:ext uri="{FF2B5EF4-FFF2-40B4-BE49-F238E27FC236}">
                <a16:creationId xmlns:a16="http://schemas.microsoft.com/office/drawing/2014/main" id="{03044EDA-8BE6-E977-3E2A-51964F289531}"/>
              </a:ext>
            </a:extLst>
          </p:cNvPr>
          <p:cNvSpPr/>
          <p:nvPr/>
        </p:nvSpPr>
        <p:spPr>
          <a:xfrm rot="10800000">
            <a:off x="4890026" y="5065311"/>
            <a:ext cx="233731" cy="20711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0D62CDA-DDE7-9308-1DB8-135E4DF2C9BB}"/>
              </a:ext>
            </a:extLst>
          </p:cNvPr>
          <p:cNvSpPr/>
          <p:nvPr/>
        </p:nvSpPr>
        <p:spPr>
          <a:xfrm rot="10800000">
            <a:off x="7380465" y="5065311"/>
            <a:ext cx="233731" cy="20711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highlight>
                <a:srgbClr val="FF00FF"/>
              </a:highlight>
            </a:endParaRP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AA5A56BE-A7DE-645C-3B5C-C3BAAB7811B0}"/>
              </a:ext>
            </a:extLst>
          </p:cNvPr>
          <p:cNvSpPr/>
          <p:nvPr/>
        </p:nvSpPr>
        <p:spPr>
          <a:xfrm rot="10800000">
            <a:off x="10577147" y="5065311"/>
            <a:ext cx="233731" cy="20711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5E861FC8-1FF4-8578-E679-0FC5C4D9A58D}"/>
              </a:ext>
            </a:extLst>
          </p:cNvPr>
          <p:cNvSpPr/>
          <p:nvPr/>
        </p:nvSpPr>
        <p:spPr>
          <a:xfrm rot="10800000">
            <a:off x="9768683" y="5065311"/>
            <a:ext cx="233731" cy="207117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FE70C9-B12A-E3A5-14EB-0F5B76A75D75}"/>
              </a:ext>
            </a:extLst>
          </p:cNvPr>
          <p:cNvSpPr/>
          <p:nvPr/>
        </p:nvSpPr>
        <p:spPr>
          <a:xfrm>
            <a:off x="457200" y="5334000"/>
            <a:ext cx="11277600" cy="685800"/>
          </a:xfrm>
          <a:prstGeom prst="rect">
            <a:avLst/>
          </a:prstGeom>
          <a:solidFill>
            <a:schemeClr val="bg1">
              <a:lumMod val="7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>
              <a:spcBef>
                <a:spcPct val="0"/>
              </a:spcBef>
            </a:pPr>
            <a:r>
              <a:rPr lang="en-US">
                <a:solidFill>
                  <a:schemeClr val="tx2"/>
                </a:solidFill>
                <a:ea typeface="+mn-lt"/>
                <a:cs typeface="+mn-lt"/>
              </a:rPr>
              <a:t>We experimented with modifying the scene chunking by associating each chunk with a list of characters present, but this did not improve the results.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48A570E-93A4-ED52-1D36-9FE58ED95F5E}"/>
              </a:ext>
            </a:extLst>
          </p:cNvPr>
          <p:cNvSpPr txBox="1"/>
          <p:nvPr/>
        </p:nvSpPr>
        <p:spPr>
          <a:xfrm>
            <a:off x="5916202" y="1438381"/>
            <a:ext cx="4315146" cy="276999"/>
          </a:xfrm>
          <a:prstGeom prst="rect">
            <a:avLst/>
          </a:prstGeom>
          <a:ln w="28575">
            <a:solidFill>
              <a:srgbClr val="FFC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tx2"/>
                </a:solidFill>
              </a:rPr>
              <a:t>Chunk = [Characters Present][Sentences]</a:t>
            </a:r>
            <a:endParaRPr lang="en-US"/>
          </a:p>
        </p:txBody>
      </p:sp>
      <p:sp>
        <p:nvSpPr>
          <p:cNvPr id="4" name="Text Placeholder 1">
            <a:extLst>
              <a:ext uri="{FF2B5EF4-FFF2-40B4-BE49-F238E27FC236}">
                <a16:creationId xmlns:a16="http://schemas.microsoft.com/office/drawing/2014/main" id="{8D113583-6C11-D9D6-5BEC-68E2FD89B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624" y="1821959"/>
            <a:ext cx="3514584" cy="418427"/>
          </a:xfrm>
        </p:spPr>
        <p:txBody>
          <a:bodyPr/>
          <a:lstStyle/>
          <a:p>
            <a:r>
              <a:rPr lang="en-US"/>
              <a:t>Idea: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1CE9B55-64E8-28B4-9B84-704C7D562D78}"/>
              </a:ext>
            </a:extLst>
          </p:cNvPr>
          <p:cNvSpPr txBox="1">
            <a:spLocks/>
          </p:cNvSpPr>
          <p:nvPr/>
        </p:nvSpPr>
        <p:spPr>
          <a:xfrm>
            <a:off x="148624" y="2272685"/>
            <a:ext cx="3514584" cy="2663624"/>
          </a:xfrm>
          <a:prstGeom prst="rect">
            <a:avLst/>
          </a:prstGeom>
        </p:spPr>
        <p:txBody>
          <a:bodyPr vert="horz" lIns="0" tIns="0" rIns="0" bIns="0" rtlCol="0" anchor="t">
            <a:normAutofit fontScale="850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9913" indent="-33813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Roboto" pitchFamily="2" charset="0"/>
              <a:buChar char="—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01688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7113" indent="-225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7113" indent="-2254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Chunking based on scenes is an attempt at capturing shifts within the novel.</a:t>
            </a:r>
          </a:p>
          <a:p>
            <a:pPr marL="569595" lvl="1" indent="-337820"/>
            <a:r>
              <a:rPr lang="en-US"/>
              <a:t>Allows us to group based on plot changes.</a:t>
            </a:r>
          </a:p>
          <a:p>
            <a:pPr>
              <a:buClr>
                <a:srgbClr val="939393"/>
              </a:buClr>
            </a:pPr>
            <a:r>
              <a:rPr lang="en-US"/>
              <a:t>Chunk sizes varied greatly across scenes.</a:t>
            </a:r>
          </a:p>
          <a:p>
            <a:pPr>
              <a:buClr>
                <a:srgbClr val="939393"/>
              </a:buClr>
            </a:pPr>
            <a:r>
              <a:rPr lang="en-US"/>
              <a:t>Resulted in the model giving incoherent responses.</a:t>
            </a:r>
          </a:p>
          <a:p>
            <a:pPr>
              <a:buClr>
                <a:srgbClr val="939393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415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99191-C354-8ACF-267E-32BC44C69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41633FD-4E2A-6E46-F7D5-B13CB4065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D4FF8-CC55-E344-7471-EA52952EC80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Tokenize at the sentence level and calculate embeddings for the sentences.</a:t>
            </a:r>
          </a:p>
          <a:p>
            <a:pPr lvl="1"/>
            <a:r>
              <a:rPr lang="en-US"/>
              <a:t>Use cosine similarity to group them into semantically similar chunks of size 256.</a:t>
            </a:r>
          </a:p>
          <a:p>
            <a:r>
              <a:rPr lang="en-US"/>
              <a:t>This will preserve semantic similarity between passages and provide context only with very similar semantic meaning.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653FDF0-7A36-0860-EA01-C3BE1E5C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Semantic Chunking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0DD26B40-0AE1-8FE0-3D77-A1453E2E1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0076" y="1575772"/>
            <a:ext cx="53911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0003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6A531-457C-F4DF-2F86-BE313FB5E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A0A405A-B276-6225-BEB8-019761533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Idea: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8BA9D-1EB8-1205-BBB9-C16FA66DACE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Create small chunks of “phrases”.</a:t>
            </a:r>
          </a:p>
          <a:p>
            <a:pPr lvl="1"/>
            <a:r>
              <a:rPr lang="en-US"/>
              <a:t>4 tokens</a:t>
            </a:r>
          </a:p>
          <a:p>
            <a:pPr lvl="1"/>
            <a:r>
              <a:rPr lang="en-US"/>
              <a:t>2 token overlap window</a:t>
            </a:r>
          </a:p>
          <a:p>
            <a:r>
              <a:rPr lang="en-US"/>
              <a:t>Almost always found correct answers eventually.</a:t>
            </a:r>
          </a:p>
          <a:p>
            <a:pPr lvl="1"/>
            <a:r>
              <a:rPr lang="en-US"/>
              <a:t>Context created by extracting sentences that include chunk.</a:t>
            </a:r>
          </a:p>
          <a:p>
            <a:pPr lvl="1"/>
            <a:r>
              <a:rPr lang="en-US"/>
              <a:t>Can fall out of context window if not careful.</a:t>
            </a:r>
          </a:p>
          <a:p>
            <a:r>
              <a:rPr lang="en-US"/>
              <a:t>Good at finding small factual answers.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9BF8F47-EB1C-9842-FBED-6F3DFD68E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Phrase Chunking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C13DF210-0D84-684D-2CA0-48D9F785F3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3957" y="1444943"/>
            <a:ext cx="5353050" cy="433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20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F581-1D20-F3C9-48FE-F575EE53E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6D4EF8F-F77E-93E6-7B6A-DC8B7DADF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7322" y="1575772"/>
            <a:ext cx="5400846" cy="549590"/>
          </a:xfrm>
        </p:spPr>
        <p:txBody>
          <a:bodyPr/>
          <a:lstStyle/>
          <a:p>
            <a:r>
              <a:rPr lang="en-US"/>
              <a:t>Reason: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3D467-6BB9-503F-5FA7-C34F0444FB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2335377"/>
            <a:ext cx="5400846" cy="3513066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Used to evaluate semantic similarity.</a:t>
            </a:r>
          </a:p>
          <a:p>
            <a:r>
              <a:rPr lang="en-US"/>
              <a:t>Model may give different answers</a:t>
            </a:r>
          </a:p>
          <a:p>
            <a:pPr lvl="1"/>
            <a:r>
              <a:rPr lang="en-US"/>
              <a:t>Same semantic meaning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296D725-4392-E175-30A2-1C1AFC0BD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322" y="253645"/>
            <a:ext cx="11277600" cy="1123761"/>
          </a:xfrm>
        </p:spPr>
        <p:txBody>
          <a:bodyPr/>
          <a:lstStyle/>
          <a:p>
            <a:r>
              <a:rPr lang="en-US"/>
              <a:t>Bert Score</a:t>
            </a:r>
            <a:r>
              <a:rPr lang="en-US" baseline="30000"/>
              <a:t>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3D5E33-F788-D77F-3CBD-0D8B3FE42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334" r="1757" b="17251"/>
          <a:stretch/>
        </p:blipFill>
        <p:spPr>
          <a:xfrm>
            <a:off x="5232980" y="1850567"/>
            <a:ext cx="6831698" cy="3819158"/>
          </a:xfrm>
          <a:prstGeom prst="rect">
            <a:avLst/>
          </a:prstGeom>
          <a:solidFill>
            <a:schemeClr val="tx2"/>
          </a:solidFill>
          <a:ln>
            <a:solidFill>
              <a:schemeClr val="tx2"/>
            </a:solidFill>
          </a:ln>
        </p:spPr>
      </p:pic>
    </p:spTree>
    <p:extLst>
      <p:ext uri="{BB962C8B-B14F-4D97-AF65-F5344CB8AC3E}">
        <p14:creationId xmlns:p14="http://schemas.microsoft.com/office/powerpoint/2010/main" val="156917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CD051-1EB4-7449-EEE6-148FB9FB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1ACD5A1-40E6-23F4-341D-E08A22D5E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Observation: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B01A79-9C98-8C7E-4072-48E2EEF133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28599" y="2223281"/>
            <a:ext cx="5400846" cy="3513066"/>
          </a:xfrm>
        </p:spPr>
        <p:txBody>
          <a:bodyPr vert="horz" lIns="0" tIns="0" rIns="0" bIns="0" rtlCol="0" anchor="t">
            <a:normAutofit fontScale="85000" lnSpcReduction="10000"/>
          </a:bodyPr>
          <a:lstStyle/>
          <a:p>
            <a:r>
              <a:rPr lang="en-US" dirty="0"/>
              <a:t>Evaluated using 70 Question – Answer – Context (QAC) set.</a:t>
            </a:r>
          </a:p>
          <a:p>
            <a:r>
              <a:rPr lang="en-US" dirty="0"/>
              <a:t>Comparing generated context &amp; answer from RAG pipeline with reference answer &amp; context from QAC set.</a:t>
            </a:r>
          </a:p>
          <a:p>
            <a:r>
              <a:rPr lang="en-US" dirty="0"/>
              <a:t>Semantic similarity calculated using </a:t>
            </a:r>
            <a:r>
              <a:rPr lang="en-US" dirty="0" err="1"/>
              <a:t>BERTscore</a:t>
            </a:r>
            <a:endParaRPr lang="en-US" dirty="0"/>
          </a:p>
          <a:p>
            <a:r>
              <a:rPr lang="en-US" dirty="0"/>
              <a:t>We believe the issue is a lack of a larger context window.</a:t>
            </a:r>
          </a:p>
          <a:p>
            <a:r>
              <a:rPr lang="en-US" dirty="0"/>
              <a:t>RAG was able to generate a context that contained the answer; however, the answer was not always within the context window.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CDDCAD13-F86D-564B-6627-CA5637090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Observations and Results</a:t>
            </a:r>
          </a:p>
        </p:txBody>
      </p:sp>
      <p:sp>
        <p:nvSpPr>
          <p:cNvPr id="8" name="Text Placeholder 1">
            <a:extLst>
              <a:ext uri="{FF2B5EF4-FFF2-40B4-BE49-F238E27FC236}">
                <a16:creationId xmlns:a16="http://schemas.microsoft.com/office/drawing/2014/main" id="{F493E678-4BB8-B2CC-0C3B-98B67F3C536D}"/>
              </a:ext>
            </a:extLst>
          </p:cNvPr>
          <p:cNvSpPr txBox="1">
            <a:spLocks/>
          </p:cNvSpPr>
          <p:nvPr/>
        </p:nvSpPr>
        <p:spPr>
          <a:xfrm>
            <a:off x="5956300" y="1586397"/>
            <a:ext cx="5400846" cy="54959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Roboto" pitchFamily="2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tx1">
                  <a:lumMod val="60000"/>
                  <a:lumOff val="40000"/>
                </a:schemeClr>
              </a:buClr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Results: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DA90DA6E-45B4-576F-F392-3F433CD0D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9689189"/>
              </p:ext>
            </p:extLst>
          </p:nvPr>
        </p:nvGraphicFramePr>
        <p:xfrm>
          <a:off x="5655468" y="2309812"/>
          <a:ext cx="6508280" cy="36084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3489">
                  <a:extLst>
                    <a:ext uri="{9D8B030D-6E8A-4147-A177-3AD203B41FA5}">
                      <a16:colId xmlns:a16="http://schemas.microsoft.com/office/drawing/2014/main" val="3895650081"/>
                    </a:ext>
                  </a:extLst>
                </a:gridCol>
                <a:gridCol w="703690">
                  <a:extLst>
                    <a:ext uri="{9D8B030D-6E8A-4147-A177-3AD203B41FA5}">
                      <a16:colId xmlns:a16="http://schemas.microsoft.com/office/drawing/2014/main" val="1732134331"/>
                    </a:ext>
                  </a:extLst>
                </a:gridCol>
                <a:gridCol w="730754">
                  <a:extLst>
                    <a:ext uri="{9D8B030D-6E8A-4147-A177-3AD203B41FA5}">
                      <a16:colId xmlns:a16="http://schemas.microsoft.com/office/drawing/2014/main" val="974906378"/>
                    </a:ext>
                  </a:extLst>
                </a:gridCol>
                <a:gridCol w="1545874">
                  <a:extLst>
                    <a:ext uri="{9D8B030D-6E8A-4147-A177-3AD203B41FA5}">
                      <a16:colId xmlns:a16="http://schemas.microsoft.com/office/drawing/2014/main" val="647720574"/>
                    </a:ext>
                  </a:extLst>
                </a:gridCol>
                <a:gridCol w="1262965">
                  <a:extLst>
                    <a:ext uri="{9D8B030D-6E8A-4147-A177-3AD203B41FA5}">
                      <a16:colId xmlns:a16="http://schemas.microsoft.com/office/drawing/2014/main" val="503025811"/>
                    </a:ext>
                  </a:extLst>
                </a:gridCol>
                <a:gridCol w="730754">
                  <a:extLst>
                    <a:ext uri="{9D8B030D-6E8A-4147-A177-3AD203B41FA5}">
                      <a16:colId xmlns:a16="http://schemas.microsoft.com/office/drawing/2014/main" val="3942353660"/>
                    </a:ext>
                  </a:extLst>
                </a:gridCol>
                <a:gridCol w="730754">
                  <a:extLst>
                    <a:ext uri="{9D8B030D-6E8A-4147-A177-3AD203B41FA5}">
                      <a16:colId xmlns:a16="http://schemas.microsoft.com/office/drawing/2014/main" val="1834274785"/>
                    </a:ext>
                  </a:extLst>
                </a:gridCol>
              </a:tblGrid>
              <a:tr h="178724"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BERT Score Evaluation Metrics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0599184"/>
                  </a:ext>
                </a:extLst>
              </a:tr>
              <a:tr h="349324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Recursive Chunking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Paragraph Chunking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Sentence Chunking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38811"/>
                  </a:ext>
                </a:extLst>
              </a:tr>
              <a:tr h="178724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Context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Answer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Context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Answer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Context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Answer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34781069"/>
                  </a:ext>
                </a:extLst>
              </a:tr>
              <a:tr h="3493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Precision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0.3526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0.3051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0.3543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0.3166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0.3521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0.3109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4748724"/>
                  </a:ext>
                </a:extLst>
              </a:tr>
              <a:tr h="1787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Recall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0.5189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0.3537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0.5197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0.3541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0.5146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0.3276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7849761"/>
                  </a:ext>
                </a:extLst>
              </a:tr>
              <a:tr h="1787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F1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0.4193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0.3241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0.4207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0.3299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0.4175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0.3146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3872372"/>
                  </a:ext>
                </a:extLst>
              </a:tr>
              <a:tr h="178724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0142068"/>
                  </a:ext>
                </a:extLst>
              </a:tr>
              <a:tr h="690525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Semantic Chunking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Phrase Chunking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Non-Continuous Semantic Chunking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576631"/>
                  </a:ext>
                </a:extLst>
              </a:tr>
              <a:tr h="178724">
                <a:tc>
                  <a:txBody>
                    <a:bodyPr/>
                    <a:lstStyle/>
                    <a:p>
                      <a:pPr algn="l" fontAlgn="b"/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Context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Answer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Context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Answer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Context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Answer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33834966"/>
                  </a:ext>
                </a:extLst>
              </a:tr>
              <a:tr h="3493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Precision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0.3882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0.3075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0.398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0.3719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0.3536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0.323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58946190"/>
                  </a:ext>
                </a:extLst>
              </a:tr>
              <a:tr h="1787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Recall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0.5012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0.3429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0.4749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0.3749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0.5038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0.3661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50530276"/>
                  </a:ext>
                </a:extLst>
              </a:tr>
              <a:tr h="178724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F1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0.437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0.3217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0.4325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>
                          <a:effectLst/>
                        </a:rPr>
                        <a:t>0.3688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>
                          <a:effectLst/>
                        </a:rPr>
                        <a:t>0.4149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0.3406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511750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895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3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04EC7-7219-DF90-802E-8FD40E33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C15DA3-99E9-E800-133B-250493DC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Observations and Results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9BD3929-27DE-DF74-5C98-AD2FC78CB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739779"/>
              </p:ext>
            </p:extLst>
          </p:nvPr>
        </p:nvGraphicFramePr>
        <p:xfrm>
          <a:off x="185195" y="1713052"/>
          <a:ext cx="11742639" cy="4337940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743746">
                  <a:extLst>
                    <a:ext uri="{9D8B030D-6E8A-4147-A177-3AD203B41FA5}">
                      <a16:colId xmlns:a16="http://schemas.microsoft.com/office/drawing/2014/main" val="2135528674"/>
                    </a:ext>
                  </a:extLst>
                </a:gridCol>
                <a:gridCol w="588798">
                  <a:extLst>
                    <a:ext uri="{9D8B030D-6E8A-4147-A177-3AD203B41FA5}">
                      <a16:colId xmlns:a16="http://schemas.microsoft.com/office/drawing/2014/main" val="2069676736"/>
                    </a:ext>
                  </a:extLst>
                </a:gridCol>
                <a:gridCol w="2560422">
                  <a:extLst>
                    <a:ext uri="{9D8B030D-6E8A-4147-A177-3AD203B41FA5}">
                      <a16:colId xmlns:a16="http://schemas.microsoft.com/office/drawing/2014/main" val="1470436917"/>
                    </a:ext>
                  </a:extLst>
                </a:gridCol>
                <a:gridCol w="3327972">
                  <a:extLst>
                    <a:ext uri="{9D8B030D-6E8A-4147-A177-3AD203B41FA5}">
                      <a16:colId xmlns:a16="http://schemas.microsoft.com/office/drawing/2014/main" val="4114338138"/>
                    </a:ext>
                  </a:extLst>
                </a:gridCol>
                <a:gridCol w="4521701">
                  <a:extLst>
                    <a:ext uri="{9D8B030D-6E8A-4147-A177-3AD203B41FA5}">
                      <a16:colId xmlns:a16="http://schemas.microsoft.com/office/drawing/2014/main" val="276502956"/>
                    </a:ext>
                  </a:extLst>
                </a:gridCol>
              </a:tblGrid>
              <a:tr h="179951"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highlight>
                            <a:srgbClr val="FFFF00"/>
                          </a:highlight>
                        </a:rPr>
                        <a:t>Recursive Chunking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highlight>
                            <a:srgbClr val="FFFF00"/>
                          </a:highlight>
                        </a:rPr>
                        <a:t>Paragraph Chunking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highlight>
                            <a:srgbClr val="FFFF00"/>
                          </a:highlight>
                        </a:rPr>
                        <a:t>Sentence Chunking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486076"/>
                  </a:ext>
                </a:extLst>
              </a:tr>
              <a:tr h="34049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>
                          <a:effectLst/>
                          <a:highlight>
                            <a:srgbClr val="FFFF00"/>
                          </a:highlight>
                        </a:rPr>
                        <a:t>Ground Truth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Context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...is introduced to Sherlock Holmes by Stamford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Holmes believed that knowledge not directly relevant to his work should be discarded, arguing…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Holmes believed that knowledge not directly relevant to his work should be discarded, arguing that the brain has limited capacity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397267"/>
                  </a:ext>
                </a:extLst>
              </a:tr>
              <a:tr h="1799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Question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Who introduced Watson to Holmes?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What was Holmes' argument against cluttering the brain?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Why did Holmes believe irrelevant knowledge should be discarded?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356383"/>
                  </a:ext>
                </a:extLst>
              </a:tr>
              <a:tr h="1889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Answer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Stamford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which should not be cluttered with irrelevant facts.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the brain has limited capacity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096993"/>
                  </a:ext>
                </a:extLst>
              </a:tr>
              <a:tr h="32570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>
                          <a:effectLst/>
                          <a:highlight>
                            <a:srgbClr val="FFFF00"/>
                          </a:highlight>
                        </a:rPr>
                        <a:t>Generated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Context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lawyer i suppose. his writing has a legal twist about it...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reason to remember that </a:t>
                      </a:r>
                      <a:r>
                        <a:rPr lang="en-US" sz="1050" b="1" u="none" strike="noStrike" err="1">
                          <a:effectLst/>
                        </a:rPr>
                        <a:t>i</a:t>
                      </a:r>
                      <a:r>
                        <a:rPr lang="en-US" sz="1050" b="1" u="none" strike="noStrike">
                          <a:effectLst/>
                        </a:rPr>
                        <a:t> rose somewhat earlier than usual…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Theres more work to be got out of one of those little beggars than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550984"/>
                  </a:ext>
                </a:extLst>
              </a:tr>
              <a:tr h="1799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Question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Who introduced Watson to Holmes?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What was Holmes' argument against cluttering the brain?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Why did Holmes believe irrelevant knowledge should be discarded?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113307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Answer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exuberance of my joy i asked him to lunch with me at the holborn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gregson of scotland yard. sherlock holmes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Theres more work to be got out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496261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0">
                      <a:noFill/>
                    </a:lnL>
                    <a:lnR w="0">
                      <a:noFill/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0">
                      <a:noFill/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1452945"/>
                  </a:ext>
                </a:extLst>
              </a:tr>
              <a:tr h="179951"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highlight>
                            <a:srgbClr val="FFFF00"/>
                          </a:highlight>
                        </a:rPr>
                        <a:t>Semantic Chunking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highlight>
                            <a:srgbClr val="FFFF00"/>
                          </a:highlight>
                        </a:rPr>
                        <a:t>Non-Continuous Semantic Chunking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200" b="1" u="none" strike="noStrike">
                          <a:effectLst/>
                          <a:highlight>
                            <a:srgbClr val="FFFF00"/>
                          </a:highlight>
                        </a:rPr>
                        <a:t>Phrase Chunking</a:t>
                      </a:r>
                      <a:endParaRPr lang="en-US" sz="120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3115020"/>
                  </a:ext>
                </a:extLst>
              </a:tr>
              <a:tr h="179951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>
                          <a:effectLst/>
                          <a:highlight>
                            <a:srgbClr val="FFFF00"/>
                          </a:highlight>
                        </a:rPr>
                        <a:t>Ground Truth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Context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deducing exactly where he had been walking in London.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Holmes deduced that the murderer had arrived in a cab with his victim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They decide to share an apartment at 221B Baker Street.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0502228"/>
                  </a:ext>
                </a:extLst>
              </a:tr>
              <a:tr h="1799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Question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What could Holmes deduce from splashes on his trousers?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Who did Holmes believe arrived in the cab?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Where did Watson and Holmes live?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901863"/>
                  </a:ext>
                </a:extLst>
              </a:tr>
              <a:tr h="18894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Answer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exactly where he had been walking in London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the murderer had arrived in a cab with his victim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221B Baker Street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8189665"/>
                  </a:ext>
                </a:extLst>
              </a:tr>
              <a:tr h="32570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050" b="1" u="none" strike="noStrike">
                          <a:effectLst/>
                          <a:highlight>
                            <a:srgbClr val="FFFF00"/>
                          </a:highlight>
                        </a:rPr>
                        <a:t>Generated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4964" marR="4964" marT="496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Context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Holmes took a halfsovereign from his pocket and played with it pensively…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You did not come here in a cab? asked Sherlock Holmes…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We have been hearing Gregsons view of the matter Holmes observed…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7866143"/>
                  </a:ext>
                </a:extLst>
              </a:tr>
              <a:tr h="17995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Question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What could Holmes deduce from splashes on his trousers?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Who did Holmes believe arrived in the cab?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Where did Watson and Holmes live?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7160532"/>
                  </a:ext>
                </a:extLst>
              </a:tr>
              <a:tr h="3257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  <a:highlight>
                            <a:srgbClr val="00FF00"/>
                          </a:highlight>
                        </a:rPr>
                        <a:t>Answer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  <a:highlight>
                          <a:srgbClr val="00FF00"/>
                        </a:highlight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.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Holmes was engaged in his favourite occupation of scraping upon his violin.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050" b="1" u="none" strike="noStrike">
                          <a:effectLst/>
                        </a:rPr>
                        <a:t>does not simplify them? observed Holmes</a:t>
                      </a:r>
                      <a:endParaRPr lang="en-US" sz="105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96226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1867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3E04EC7-7219-DF90-802E-8FD40E334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8C15DA3-99E9-E800-133B-250493DC5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RAG – Observations and Results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9BD3929-27DE-DF74-5C98-AD2FC78CB5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701211"/>
              </p:ext>
            </p:extLst>
          </p:nvPr>
        </p:nvGraphicFramePr>
        <p:xfrm>
          <a:off x="1304383" y="1713052"/>
          <a:ext cx="9238894" cy="3881588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765078">
                  <a:extLst>
                    <a:ext uri="{9D8B030D-6E8A-4147-A177-3AD203B41FA5}">
                      <a16:colId xmlns:a16="http://schemas.microsoft.com/office/drawing/2014/main" val="2135528674"/>
                    </a:ext>
                  </a:extLst>
                </a:gridCol>
                <a:gridCol w="1397351">
                  <a:extLst>
                    <a:ext uri="{9D8B030D-6E8A-4147-A177-3AD203B41FA5}">
                      <a16:colId xmlns:a16="http://schemas.microsoft.com/office/drawing/2014/main" val="2069676736"/>
                    </a:ext>
                  </a:extLst>
                </a:gridCol>
                <a:gridCol w="6076465">
                  <a:extLst>
                    <a:ext uri="{9D8B030D-6E8A-4147-A177-3AD203B41FA5}">
                      <a16:colId xmlns:a16="http://schemas.microsoft.com/office/drawing/2014/main" val="1470436917"/>
                    </a:ext>
                  </a:extLst>
                </a:gridCol>
              </a:tblGrid>
              <a:tr h="412330">
                <a:tc>
                  <a:txBody>
                    <a:bodyPr/>
                    <a:lstStyle/>
                    <a:p>
                      <a:pPr algn="l" fontAlgn="b"/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1" u="none" strike="noStrike">
                          <a:effectLst/>
                        </a:rPr>
                        <a:t>Recursive Chunking</a:t>
                      </a:r>
                      <a:endParaRPr lang="en-US" sz="20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486076"/>
                  </a:ext>
                </a:extLst>
              </a:tr>
              <a:tr h="739350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Ground Truth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Context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...is introduced to Sherlock Holmes by Stamford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7397267"/>
                  </a:ext>
                </a:extLst>
              </a:tr>
              <a:tr h="383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Question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Who introduced Watson to Holmes?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356383"/>
                  </a:ext>
                </a:extLst>
              </a:tr>
              <a:tr h="41233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Answer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Stamford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6096993"/>
                  </a:ext>
                </a:extLst>
              </a:tr>
              <a:tr h="696695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US" sz="1600" b="1" u="none" strike="noStrike">
                          <a:effectLst/>
                        </a:rPr>
                        <a:t>Generated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Context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lawyer i suppose. his writing has a legal twist about it...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4550984"/>
                  </a:ext>
                </a:extLst>
              </a:tr>
              <a:tr h="3838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Question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Who introduced Watson to Holmes?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113307"/>
                  </a:ext>
                </a:extLst>
              </a:tr>
              <a:tr h="8530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marL="0" marR="0" marT="0" marB="0" horzOverflow="overflow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Answer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b="1" u="none" strike="noStrike">
                          <a:effectLst/>
                        </a:rPr>
                        <a:t>exuberance of my joy i asked him to lunch with me at the holborn</a:t>
                      </a:r>
                      <a:endParaRPr lang="en-US" sz="1600" b="1" u="none" strike="noStrike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4964" marR="4964" marT="4964" marB="0" anchor="b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8496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4421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F5B2A6-0A2F-4E42-C1AF-D7596E71FC7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0" tIns="0" rIns="0" bIns="0" rtlCol="0" anchor="t">
            <a:normAutofit fontScale="92500" lnSpcReduction="20000"/>
          </a:bodyPr>
          <a:lstStyle/>
          <a:p>
            <a:r>
              <a:rPr lang="en-US" dirty="0"/>
              <a:t>Create QA Dataset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dirty="0"/>
              <a:t>Manual setup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dirty="0"/>
              <a:t>Automated creation</a:t>
            </a:r>
          </a:p>
          <a:p>
            <a:pPr>
              <a:buClr>
                <a:srgbClr val="939393"/>
              </a:buClr>
            </a:pPr>
            <a:r>
              <a:rPr lang="en-US" dirty="0"/>
              <a:t>Tokenize QA Dataset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dirty="0"/>
              <a:t>Tokenize the dataset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dirty="0"/>
              <a:t>Ensure proper character level to token level mapping of answer in context</a:t>
            </a:r>
          </a:p>
          <a:p>
            <a:pPr>
              <a:buClr>
                <a:srgbClr val="939393"/>
              </a:buClr>
            </a:pPr>
            <a:r>
              <a:rPr lang="en-US" dirty="0"/>
              <a:t>Fine-Tune BERT w/Dataset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dirty="0"/>
              <a:t>Use tokenized input to provide better output</a:t>
            </a:r>
          </a:p>
          <a:p>
            <a:pPr>
              <a:buClr>
                <a:srgbClr val="939393"/>
              </a:buClr>
            </a:pPr>
            <a:r>
              <a:rPr lang="en-US" dirty="0"/>
              <a:t>Calculate evaluation metrics and assess inference results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dirty="0"/>
              <a:t>BERTScore provides model evaluation metrics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dirty="0"/>
              <a:t>Inference results display model responses to questions after fine tuning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6F319CA-F99E-1422-CD40-19CD6B91E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UD Digi Kyokasho NK-B"/>
              </a:rPr>
              <a:t>QA Pipeline</a:t>
            </a:r>
            <a:endParaRPr lang="en-US"/>
          </a:p>
        </p:txBody>
      </p:sp>
      <p:graphicFrame>
        <p:nvGraphicFramePr>
          <p:cNvPr id="1066" name="Content Placeholder 1065">
            <a:extLst>
              <a:ext uri="{FF2B5EF4-FFF2-40B4-BE49-F238E27FC236}">
                <a16:creationId xmlns:a16="http://schemas.microsoft.com/office/drawing/2014/main" id="{9D8BE87A-8DD9-65F6-C1DA-F180A880B5F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466669380"/>
              </p:ext>
            </p:extLst>
          </p:nvPr>
        </p:nvGraphicFramePr>
        <p:xfrm>
          <a:off x="5638801" y="1352362"/>
          <a:ext cx="6096000" cy="45309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D5DF1A3-3140-E2B0-CFE7-768895F28A7A}"/>
              </a:ext>
            </a:extLst>
          </p:cNvPr>
          <p:cNvCxnSpPr>
            <a:cxnSpLocks/>
          </p:cNvCxnSpPr>
          <p:nvPr/>
        </p:nvCxnSpPr>
        <p:spPr>
          <a:xfrm>
            <a:off x="6896100" y="2209800"/>
            <a:ext cx="419100" cy="12382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50470C-74AB-7ACA-0A79-6868D8FD6028}"/>
              </a:ext>
            </a:extLst>
          </p:cNvPr>
          <p:cNvCxnSpPr>
            <a:cxnSpLocks/>
          </p:cNvCxnSpPr>
          <p:nvPr/>
        </p:nvCxnSpPr>
        <p:spPr>
          <a:xfrm flipV="1">
            <a:off x="6896100" y="2476123"/>
            <a:ext cx="419100" cy="86102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9A9BEB4-875D-D9A7-6B79-D85C64366522}"/>
              </a:ext>
            </a:extLst>
          </p:cNvPr>
          <p:cNvCxnSpPr>
            <a:cxnSpLocks/>
          </p:cNvCxnSpPr>
          <p:nvPr/>
        </p:nvCxnSpPr>
        <p:spPr>
          <a:xfrm>
            <a:off x="7953375" y="2733675"/>
            <a:ext cx="400050" cy="25717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14B39B8-564D-94DA-AA21-66AC295904D0}"/>
              </a:ext>
            </a:extLst>
          </p:cNvPr>
          <p:cNvCxnSpPr>
            <a:cxnSpLocks/>
          </p:cNvCxnSpPr>
          <p:nvPr/>
        </p:nvCxnSpPr>
        <p:spPr>
          <a:xfrm>
            <a:off x="8820150" y="3489230"/>
            <a:ext cx="400050" cy="25717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28E1DF9-1685-2B47-827A-BD7578E34968}"/>
              </a:ext>
            </a:extLst>
          </p:cNvPr>
          <p:cNvCxnSpPr>
            <a:cxnSpLocks/>
          </p:cNvCxnSpPr>
          <p:nvPr/>
        </p:nvCxnSpPr>
        <p:spPr>
          <a:xfrm>
            <a:off x="9734550" y="4222655"/>
            <a:ext cx="400050" cy="257175"/>
          </a:xfrm>
          <a:prstGeom prst="straightConnector1">
            <a:avLst/>
          </a:prstGeom>
          <a:ln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77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ED7EE1C-84E0-4D6D-B7C3-1F48A96851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4547" y="228601"/>
            <a:ext cx="5430253" cy="1123761"/>
          </a:xfrm>
        </p:spPr>
        <p:txBody>
          <a:bodyPr anchor="b">
            <a:normAutofit/>
          </a:bodyPr>
          <a:lstStyle/>
          <a:p>
            <a:r>
              <a:rPr lang="en-US"/>
              <a:t>QA Dataset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F3FF4D4-E3CE-23E2-C30D-50F6085D238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4547" y="1825625"/>
            <a:ext cx="5430253" cy="4057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Context/Question/Answer Dataset used as the input for the Out-of-Box BERT model (Bert-Based-Uncased).</a:t>
            </a:r>
          </a:p>
          <a:p>
            <a:pPr>
              <a:buClr>
                <a:srgbClr val="939393"/>
              </a:buClr>
            </a:pPr>
            <a:r>
              <a:rPr lang="en-US"/>
              <a:t>4 Key Components: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Context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Question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Answer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Start/End position of Answer in Context</a:t>
            </a:r>
          </a:p>
          <a:p>
            <a:pPr>
              <a:buClr>
                <a:srgbClr val="939393"/>
              </a:buClr>
            </a:pPr>
            <a:r>
              <a:rPr lang="en-US"/>
              <a:t>Dual dataset creation approach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Manual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Automated</a:t>
            </a:r>
          </a:p>
        </p:txBody>
      </p:sp>
      <p:pic>
        <p:nvPicPr>
          <p:cNvPr id="2" name="Picture Placeholder 1" descr="A white text box with black text&#10;&#10;Description automatically generated">
            <a:extLst>
              <a:ext uri="{FF2B5EF4-FFF2-40B4-BE49-F238E27FC236}">
                <a16:creationId xmlns:a16="http://schemas.microsoft.com/office/drawing/2014/main" id="{3080BBDB-EDEA-AA11-842B-4FFBD41D7AD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26689"/>
          <a:stretch/>
        </p:blipFill>
        <p:spPr>
          <a:xfrm>
            <a:off x="20" y="10036"/>
            <a:ext cx="6095980" cy="6111679"/>
          </a:xfrm>
          <a:noFill/>
        </p:spPr>
      </p:pic>
    </p:spTree>
    <p:extLst>
      <p:ext uri="{BB962C8B-B14F-4D97-AF65-F5344CB8AC3E}">
        <p14:creationId xmlns:p14="http://schemas.microsoft.com/office/powerpoint/2010/main" val="3001479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39A50D-52D6-AA3B-2226-4F38138157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3600">
              <a:solidFill>
                <a:srgbClr val="4B4B4B"/>
              </a:solidFill>
              <a:ea typeface="+mn-lt"/>
              <a:cs typeface="+mn-lt"/>
            </a:endParaRPr>
          </a:p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4ACF77-D022-4675-2B48-A8BF276D63A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0" tIns="0" rIns="0" bIns="0" rtlCol="0" anchor="t">
            <a:normAutofit lnSpcReduction="10000"/>
          </a:bodyPr>
          <a:lstStyle/>
          <a:p>
            <a:r>
              <a:rPr lang="en-US"/>
              <a:t>Context Creation: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sz="1600">
                <a:latin typeface="Arial"/>
                <a:cs typeface="Arial"/>
              </a:rPr>
              <a:t>model="</a:t>
            </a:r>
            <a:r>
              <a:rPr lang="en-US" sz="1600">
                <a:solidFill>
                  <a:srgbClr val="00B050"/>
                </a:solidFill>
                <a:latin typeface="Arial"/>
                <a:cs typeface="Arial"/>
              </a:rPr>
              <a:t>google/</a:t>
            </a:r>
            <a:r>
              <a:rPr lang="en-US" sz="1600" err="1">
                <a:solidFill>
                  <a:srgbClr val="00B050"/>
                </a:solidFill>
                <a:latin typeface="Arial"/>
                <a:cs typeface="Arial"/>
              </a:rPr>
              <a:t>pegasus</a:t>
            </a:r>
            <a:r>
              <a:rPr lang="en-US" sz="1600">
                <a:solidFill>
                  <a:srgbClr val="00B050"/>
                </a:solidFill>
                <a:latin typeface="Arial"/>
                <a:cs typeface="Arial"/>
              </a:rPr>
              <a:t>-large</a:t>
            </a:r>
            <a:r>
              <a:rPr lang="en-US" sz="1600">
                <a:latin typeface="Arial"/>
                <a:cs typeface="Arial"/>
              </a:rPr>
              <a:t>"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sz="1600">
                <a:latin typeface="Arial"/>
                <a:cs typeface="Arial"/>
              </a:rPr>
              <a:t>Chunk the text and generate summaries of those chunks (max token 1024) </a:t>
            </a:r>
          </a:p>
          <a:p>
            <a:pPr>
              <a:buClr>
                <a:srgbClr val="939393"/>
              </a:buClr>
            </a:pPr>
            <a:r>
              <a:rPr lang="en-US"/>
              <a:t>Question Creation: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sz="1600"/>
              <a:t>model="</a:t>
            </a:r>
            <a:r>
              <a:rPr lang="en-US" sz="1600">
                <a:solidFill>
                  <a:srgbClr val="00B050"/>
                </a:solidFill>
                <a:latin typeface="Arial"/>
                <a:cs typeface="Arial"/>
              </a:rPr>
              <a:t>mrm8488/t5-base-finetuned-question-generation-ap</a:t>
            </a:r>
            <a:r>
              <a:rPr lang="en-US" sz="1600"/>
              <a:t>"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sz="1600"/>
              <a:t>Generate the questions based on that summary (max token 512)</a:t>
            </a:r>
          </a:p>
          <a:p>
            <a:pPr>
              <a:buClr>
                <a:srgbClr val="939393"/>
              </a:buClr>
            </a:pPr>
            <a:r>
              <a:rPr lang="en-US"/>
              <a:t>Answer Creation: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sz="1600"/>
              <a:t>model="</a:t>
            </a:r>
            <a:r>
              <a:rPr lang="en-US" sz="1600" err="1">
                <a:solidFill>
                  <a:srgbClr val="00B050"/>
                </a:solidFill>
                <a:latin typeface="Arial"/>
                <a:cs typeface="Arial"/>
              </a:rPr>
              <a:t>deepset</a:t>
            </a:r>
            <a:r>
              <a:rPr lang="en-US" sz="1600">
                <a:solidFill>
                  <a:srgbClr val="00B050"/>
                </a:solidFill>
                <a:latin typeface="Arial"/>
                <a:cs typeface="Arial"/>
              </a:rPr>
              <a:t>/roberta-large-squad2</a:t>
            </a:r>
            <a:r>
              <a:rPr lang="en-US" sz="1600"/>
              <a:t>"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sz="1600"/>
              <a:t>Retrieve an answer for said question (max token 384)</a:t>
            </a:r>
          </a:p>
          <a:p>
            <a:pPr marL="0" indent="0">
              <a:buClr>
                <a:srgbClr val="4B4B4B">
                  <a:lumMod val="60000"/>
                  <a:lumOff val="40000"/>
                </a:srgbClr>
              </a:buClr>
              <a:buNone/>
            </a:pPr>
            <a:endParaRPr lang="en-US" sz="160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81087-7A5A-0C2C-86F4-BDE513E3FF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Manual (250 Samples)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8FED36A-BC1E-ACB0-F46A-1D90545FB4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>
                <a:latin typeface="Arial"/>
                <a:cs typeface="Arial"/>
              </a:rPr>
              <a:t>Manual Creation: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>
                <a:latin typeface="Arial"/>
                <a:cs typeface="Arial"/>
              </a:rPr>
              <a:t>Summarize passage of text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>
                <a:latin typeface="Arial"/>
                <a:cs typeface="Arial"/>
              </a:rPr>
              <a:t>Generate insightful question(s) about the summary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>
                <a:latin typeface="Arial"/>
                <a:cs typeface="Arial"/>
              </a:rPr>
              <a:t>Pair the answer to those question(s)</a:t>
            </a:r>
          </a:p>
          <a:p>
            <a:pPr>
              <a:buClr>
                <a:srgbClr val="939393"/>
              </a:buClr>
            </a:pPr>
            <a:endParaRPr lang="en-US">
              <a:latin typeface="Arial"/>
              <a:cs typeface="Arial"/>
            </a:endParaRP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68F6025C-177B-A81E-C0F9-8E3DCB962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UD Digi Kyokasho NK-B"/>
              </a:rPr>
              <a:t>Dual Approach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48721-B8B4-C268-BA4F-B42EB37BE85E}"/>
              </a:ext>
            </a:extLst>
          </p:cNvPr>
          <p:cNvSpPr txBox="1"/>
          <p:nvPr/>
        </p:nvSpPr>
        <p:spPr>
          <a:xfrm>
            <a:off x="606131" y="1661283"/>
            <a:ext cx="525272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/>
              <a:t>Automated (700 Samples)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0F94A0-6A7D-02B4-0AE7-DA9E7146C0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2795" y="4329810"/>
            <a:ext cx="3297973" cy="1553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674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06887-6180-CDD3-1E35-F40B50AB6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11277600" cy="1123761"/>
          </a:xfrm>
        </p:spPr>
        <p:txBody>
          <a:bodyPr anchor="b">
            <a:normAutofit/>
          </a:bodyPr>
          <a:lstStyle/>
          <a:p>
            <a:r>
              <a:rPr lang="en-US"/>
              <a:t>Tokenizing the QA Dataset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2D30409-3974-5D34-F79C-03F323F3BA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11277600" cy="4057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2600"/>
              <a:t>Utilizes "</a:t>
            </a:r>
            <a:r>
              <a:rPr lang="en-US" sz="2600" err="1"/>
              <a:t>BertTokenizerFast</a:t>
            </a:r>
            <a:r>
              <a:rPr lang="en-US" sz="2600"/>
              <a:t>" to tokenize both the manual and automated QA datasets</a:t>
            </a:r>
          </a:p>
          <a:p>
            <a:pPr>
              <a:buClr>
                <a:srgbClr val="939393"/>
              </a:buClr>
            </a:pPr>
            <a:r>
              <a:rPr lang="en-US" sz="2600"/>
              <a:t>Challenge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sz="2600"/>
              <a:t>Maintaining the start and end position of answers in context during tokenization</a:t>
            </a:r>
          </a:p>
          <a:p>
            <a:pPr>
              <a:buClr>
                <a:srgbClr val="939393"/>
              </a:buClr>
            </a:pPr>
            <a:r>
              <a:rPr lang="en-US" sz="2600"/>
              <a:t>Solution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 sz="2600"/>
              <a:t>A transition function to map character level indices to token level indices</a:t>
            </a:r>
          </a:p>
          <a:p>
            <a:pPr marL="569595" lvl="1" indent="-337820">
              <a:buClr>
                <a:srgbClr val="939393"/>
              </a:buClr>
              <a:buFont typeface="Roboto" panose="020B0604020202020204" pitchFamily="34" charset="0"/>
              <a:buChar char="—"/>
            </a:pPr>
            <a:r>
              <a:rPr lang="en-US" sz="2600"/>
              <a:t>Maintains the model's ability to map Context -&gt; Question -&gt; Answer while tokenized</a:t>
            </a:r>
            <a:endParaRPr lang="en-US" sz="2600" dirty="0">
              <a:solidFill>
                <a:srgbClr val="000000"/>
              </a:solidFill>
            </a:endParaRP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800611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B8779-6758-CA25-D3FD-1B7F6B65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5430253" cy="1123761"/>
          </a:xfrm>
        </p:spPr>
        <p:txBody>
          <a:bodyPr anchor="b">
            <a:normAutofit/>
          </a:bodyPr>
          <a:lstStyle/>
          <a:p>
            <a:r>
              <a:rPr lang="en-US"/>
              <a:t>Model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686CF-BCA0-F586-D2BF-E312AAD670F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5430253" cy="4057463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After tokenizing both the manual and automated QA datasets, we take the 2 tokenized datasets and use them as inputs to our model independently</a:t>
            </a:r>
          </a:p>
          <a:p>
            <a:pPr>
              <a:buClr>
                <a:srgbClr val="939393"/>
              </a:buClr>
            </a:pPr>
            <a:r>
              <a:rPr lang="en-US"/>
              <a:t>Bert-Based-Uncased</a:t>
            </a:r>
          </a:p>
          <a:p>
            <a:pPr>
              <a:buClr>
                <a:srgbClr val="939393"/>
              </a:buClr>
            </a:pPr>
            <a:r>
              <a:rPr lang="en-US"/>
              <a:t>Step based evaluation system with 3-10 epochs to avoid overfitting</a:t>
            </a:r>
          </a:p>
        </p:txBody>
      </p:sp>
      <p:pic>
        <p:nvPicPr>
          <p:cNvPr id="4" name="Picture 3" descr="A graph with a line&#10;&#10;Description automatically generated">
            <a:extLst>
              <a:ext uri="{FF2B5EF4-FFF2-40B4-BE49-F238E27FC236}">
                <a16:creationId xmlns:a16="http://schemas.microsoft.com/office/drawing/2014/main" id="{D257AA0B-B394-F0D8-A879-B90B837118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64255"/>
            <a:ext cx="6096000" cy="2987040"/>
          </a:xfrm>
          <a:prstGeom prst="rect">
            <a:avLst/>
          </a:prstGeom>
          <a:noFill/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850441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42210-8E5E-612C-3212-D4CB14AC9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UD Digi Kyokasho NK-B"/>
              </a:rPr>
              <a:t>Inference Evaluation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03CD3C-E839-DBC8-2D74-C31553B5E4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 sz="2200">
                <a:latin typeface="Arial"/>
                <a:cs typeface="Arial"/>
              </a:rPr>
              <a:t>Inference Dataset</a:t>
            </a:r>
          </a:p>
          <a:p>
            <a:pPr marL="569595" lvl="1" indent="-337820">
              <a:buClr>
                <a:srgbClr val="939393"/>
              </a:buClr>
              <a:buFont typeface="Courier New,monospace" panose="020B0604020202020204" pitchFamily="34" charset="0"/>
              <a:buChar char="o"/>
            </a:pPr>
            <a:r>
              <a:rPr lang="en-US" sz="2200">
                <a:latin typeface="Arial"/>
                <a:cs typeface="Arial"/>
              </a:rPr>
              <a:t>Created to test and compare the performance between: </a:t>
            </a:r>
          </a:p>
          <a:p>
            <a:pPr marL="801370" lvl="2">
              <a:buClr>
                <a:srgbClr val="939393"/>
              </a:buClr>
              <a:buFont typeface="Wingdings,Sans-Serif" panose="020B0604020202020204" pitchFamily="34" charset="0"/>
              <a:buChar char="§"/>
            </a:pPr>
            <a:r>
              <a:rPr lang="en-US" sz="2200">
                <a:latin typeface="Arial"/>
                <a:cs typeface="Arial"/>
              </a:rPr>
              <a:t>Out-of-Box BERT</a:t>
            </a:r>
          </a:p>
          <a:p>
            <a:pPr marL="801370" lvl="2">
              <a:buClr>
                <a:srgbClr val="939393"/>
              </a:buClr>
              <a:buFont typeface="Wingdings,Sans-Serif" panose="020B0604020202020204" pitchFamily="34" charset="0"/>
              <a:buChar char="§"/>
            </a:pPr>
            <a:r>
              <a:rPr lang="en-US" sz="2200">
                <a:latin typeface="Arial"/>
                <a:cs typeface="Arial"/>
              </a:rPr>
              <a:t>Manually fine-tuned model</a:t>
            </a:r>
          </a:p>
          <a:p>
            <a:pPr marL="801370" lvl="2">
              <a:buClr>
                <a:srgbClr val="939393"/>
              </a:buClr>
              <a:buFont typeface="Wingdings,Sans-Serif" panose="020B0604020202020204" pitchFamily="34" charset="0"/>
              <a:buChar char="§"/>
            </a:pPr>
            <a:r>
              <a:rPr lang="en-US" sz="2200">
                <a:latin typeface="Arial"/>
                <a:cs typeface="Arial"/>
              </a:rPr>
              <a:t>Automated QA fine-tuned model</a:t>
            </a:r>
          </a:p>
          <a:p>
            <a:pPr marL="569595" lvl="1" indent="-337820">
              <a:buClr>
                <a:srgbClr val="939393"/>
              </a:buClr>
              <a:buFont typeface="Courier New,monospace" panose="020B0604020202020204" pitchFamily="34" charset="0"/>
              <a:buChar char="o"/>
            </a:pPr>
            <a:r>
              <a:rPr lang="en-US" sz="2200">
                <a:latin typeface="Arial"/>
                <a:cs typeface="Arial"/>
              </a:rPr>
              <a:t>Manually created with 70 Context/Question/Answer samples</a:t>
            </a:r>
          </a:p>
          <a:p>
            <a:pPr>
              <a:buClr>
                <a:srgbClr val="939393"/>
              </a:buClr>
            </a:pPr>
            <a:r>
              <a:rPr lang="en-US" sz="2600">
                <a:latin typeface="Arial"/>
                <a:cs typeface="Arial"/>
              </a:rPr>
              <a:t>Inference dataset comprised of samples separate from the training process to provide un-biased evaluation</a:t>
            </a:r>
          </a:p>
          <a:p>
            <a:pPr>
              <a:buClr>
                <a:srgbClr val="939393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467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4C153A9C-460D-85F5-E6BD-1091F3C0D2C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096000" y="482669"/>
            <a:ext cx="6096000" cy="1692349"/>
          </a:xfrm>
        </p:spPr>
      </p:pic>
      <p:pic>
        <p:nvPicPr>
          <p:cNvPr id="5" name="Picture 4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A830F96F-21E1-9C52-0245-46D4305B6C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2674" y="2165428"/>
            <a:ext cx="6096000" cy="534899"/>
          </a:xfrm>
          <a:prstGeom prst="rect">
            <a:avLst/>
          </a:prstGeom>
        </p:spPr>
      </p:pic>
      <p:pic>
        <p:nvPicPr>
          <p:cNvPr id="6" name="Picture 5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6EF995B2-4417-2CE1-05D6-61E13B6CCA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574207"/>
            <a:ext cx="6427304" cy="2188596"/>
          </a:xfrm>
          <a:prstGeom prst="rect">
            <a:avLst/>
          </a:prstGeom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876EF07-7E2B-F2FB-FA46-F361918307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302732"/>
            <a:ext cx="6096000" cy="278014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92AEAA-6789-98AC-8195-6254D1F3348A}"/>
              </a:ext>
            </a:extLst>
          </p:cNvPr>
          <p:cNvSpPr txBox="1"/>
          <p:nvPr/>
        </p:nvSpPr>
        <p:spPr>
          <a:xfrm>
            <a:off x="6620240" y="251837"/>
            <a:ext cx="480568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b="1"/>
              <a:t>Manual-QA Fine-Tuned Model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10530-A7AA-EFD0-C67F-FBF64E10F79B}"/>
              </a:ext>
            </a:extLst>
          </p:cNvPr>
          <p:cNvSpPr txBox="1"/>
          <p:nvPr/>
        </p:nvSpPr>
        <p:spPr>
          <a:xfrm>
            <a:off x="365759" y="3261515"/>
            <a:ext cx="478536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b="1"/>
              <a:t>Automated-QA Fine-Tuned Model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F6AD2BB-458D-C185-A608-3E79D2DFA532}"/>
              </a:ext>
            </a:extLst>
          </p:cNvPr>
          <p:cNvSpPr txBox="1"/>
          <p:nvPr/>
        </p:nvSpPr>
        <p:spPr>
          <a:xfrm>
            <a:off x="7013498" y="3001289"/>
            <a:ext cx="3728720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500" b="1"/>
              <a:t>Out-of-Box Model</a:t>
            </a:r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33D0DE3-7CD3-4ABF-8553-6E7DD192D51E}"/>
              </a:ext>
            </a:extLst>
          </p:cNvPr>
          <p:cNvSpPr txBox="1"/>
          <p:nvPr/>
        </p:nvSpPr>
        <p:spPr>
          <a:xfrm>
            <a:off x="605621" y="1145118"/>
            <a:ext cx="4673600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/>
              <a:t>Inference Comparison</a:t>
            </a:r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E2216C-010C-B183-3FF4-22E712E84FF7}"/>
              </a:ext>
            </a:extLst>
          </p:cNvPr>
          <p:cNvCxnSpPr>
            <a:cxnSpLocks/>
          </p:cNvCxnSpPr>
          <p:nvPr/>
        </p:nvCxnSpPr>
        <p:spPr>
          <a:xfrm>
            <a:off x="6096000" y="0"/>
            <a:ext cx="0" cy="6082247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44ECB96-EC91-C39F-21A7-7155D48033A2}"/>
              </a:ext>
            </a:extLst>
          </p:cNvPr>
          <p:cNvCxnSpPr>
            <a:cxnSpLocks/>
          </p:cNvCxnSpPr>
          <p:nvPr/>
        </p:nvCxnSpPr>
        <p:spPr>
          <a:xfrm flipH="1">
            <a:off x="0" y="2837711"/>
            <a:ext cx="12325350" cy="18971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912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4" descr="A screenshot of a computer&#10;&#10;Description automatically generated">
            <a:extLst>
              <a:ext uri="{FF2B5EF4-FFF2-40B4-BE49-F238E27FC236}">
                <a16:creationId xmlns:a16="http://schemas.microsoft.com/office/drawing/2014/main" id="{2F6C2E64-5C57-AA39-B414-30963927E1A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/>
        </p:blipFill>
        <p:spPr>
          <a:xfrm>
            <a:off x="488239" y="1825626"/>
            <a:ext cx="5338767" cy="4057463"/>
          </a:xfrm>
          <a:noFill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B38E1-D68B-8E82-A993-D6B900E5D3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3953" y="1825626"/>
            <a:ext cx="5400847" cy="4057463"/>
          </a:xfrm>
        </p:spPr>
        <p:txBody>
          <a:bodyPr vert="horz" lIns="0" tIns="0" rIns="0" bIns="0" rtlCol="0" anchor="t">
            <a:normAutofit/>
          </a:bodyPr>
          <a:lstStyle/>
          <a:p>
            <a:pPr marL="285750" indent="-285750">
              <a:buClr>
                <a:srgbClr val="4B4B4B">
                  <a:lumMod val="60000"/>
                  <a:lumOff val="40000"/>
                </a:srgbClr>
              </a:buClr>
            </a:pPr>
            <a:r>
              <a:rPr lang="en-US" sz="1600" dirty="0"/>
              <a:t>Model Predictions (Answers) vs References (Ground Truth)</a:t>
            </a:r>
          </a:p>
          <a:p>
            <a:pPr marL="342900" indent="-342900">
              <a:buClr>
                <a:srgbClr val="939393"/>
              </a:buClr>
            </a:pPr>
            <a:r>
              <a:rPr lang="en-US" sz="1600" dirty="0">
                <a:ea typeface="+mn-lt"/>
                <a:cs typeface="+mn-lt"/>
              </a:rPr>
              <a:t>Unlike traditional metrics (e.g., exact match or F1), BERTScore evaluates the semantic similarity between predicted and reference answers, capturing meaning even if wording differs.</a:t>
            </a:r>
          </a:p>
          <a:p>
            <a:pPr marL="342900" indent="-342900">
              <a:buClr>
                <a:srgbClr val="939393"/>
              </a:buClr>
            </a:pPr>
            <a:r>
              <a:rPr lang="en-US" sz="1600" dirty="0">
                <a:ea typeface="+mn-lt"/>
                <a:cs typeface="+mn-lt"/>
              </a:rPr>
              <a:t>Helps identify subtle improvements or degradations in answer quality when fine-tuning models or generating questions automatically.</a:t>
            </a:r>
          </a:p>
          <a:p>
            <a:pPr marL="342900" indent="-342900">
              <a:buClr>
                <a:srgbClr val="939393"/>
              </a:buClr>
            </a:pPr>
            <a:r>
              <a:rPr lang="en-US" sz="1600" dirty="0">
                <a:ea typeface="+mn-lt"/>
                <a:cs typeface="+mn-lt"/>
              </a:rPr>
              <a:t>Bottom Metrics depict Traditional EM/F1 scores where the top displays the BERTScore evaluation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40C6B6-0DDD-F0AC-6458-12A7339CC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11277600" cy="1123761"/>
          </a:xfrm>
        </p:spPr>
        <p:txBody>
          <a:bodyPr anchor="b">
            <a:normAutofit/>
          </a:bodyPr>
          <a:lstStyle/>
          <a:p>
            <a:r>
              <a:rPr lang="en-US" dirty="0">
                <a:latin typeface="Arial Nova"/>
                <a:ea typeface="UD Digi Kyokasho NK-B"/>
              </a:rPr>
              <a:t>BERTScore Evalution</a:t>
            </a:r>
            <a:r>
              <a:rPr lang="en-US" baseline="30000" dirty="0">
                <a:latin typeface="Arial Nova"/>
                <a:ea typeface="UD Digi Kyokasho NK-B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49EFFF1-E236-2DDB-7555-707E0F43D8C0}"/>
              </a:ext>
            </a:extLst>
          </p:cNvPr>
          <p:cNvSpPr/>
          <p:nvPr/>
        </p:nvSpPr>
        <p:spPr>
          <a:xfrm>
            <a:off x="4724400" y="4278085"/>
            <a:ext cx="1012371" cy="87085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9748E-6F3A-6CCB-1F3F-888018FED4BB}"/>
              </a:ext>
            </a:extLst>
          </p:cNvPr>
          <p:cNvSpPr/>
          <p:nvPr/>
        </p:nvSpPr>
        <p:spPr>
          <a:xfrm>
            <a:off x="2231571" y="5083628"/>
            <a:ext cx="1175657" cy="78694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D4783D-9BE7-F42D-CFE7-C3D7BC79B7CF}"/>
              </a:ext>
            </a:extLst>
          </p:cNvPr>
          <p:cNvSpPr/>
          <p:nvPr/>
        </p:nvSpPr>
        <p:spPr>
          <a:xfrm>
            <a:off x="2231571" y="4169228"/>
            <a:ext cx="1175657" cy="914400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0881BCD-8865-0888-B4A8-08A1DF8D1FD5}"/>
              </a:ext>
            </a:extLst>
          </p:cNvPr>
          <p:cNvSpPr/>
          <p:nvPr/>
        </p:nvSpPr>
        <p:spPr>
          <a:xfrm>
            <a:off x="489856" y="1828799"/>
            <a:ext cx="1741714" cy="794658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F38D3B-3706-ECC2-6E95-DED491755A1B}"/>
              </a:ext>
            </a:extLst>
          </p:cNvPr>
          <p:cNvSpPr/>
          <p:nvPr/>
        </p:nvSpPr>
        <p:spPr>
          <a:xfrm>
            <a:off x="489856" y="2775856"/>
            <a:ext cx="1741714" cy="566058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9CDA2C-B2E4-CAF4-844D-C1892196FBC6}"/>
              </a:ext>
            </a:extLst>
          </p:cNvPr>
          <p:cNvSpPr/>
          <p:nvPr/>
        </p:nvSpPr>
        <p:spPr>
          <a:xfrm>
            <a:off x="478970" y="3526971"/>
            <a:ext cx="1774370" cy="64225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13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59F50-CD6D-21F4-4FD1-28D074EE1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UD Digi Kyokasho NK-B"/>
              </a:rPr>
              <a:t>QA Creation 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48D18E-BB3C-3AF1-CBBF-13D0C12C374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r>
              <a:rPr lang="en-US"/>
              <a:t>Proper Fine-Tuning requires a vast amount of data samples to provide a base model like BERT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As we increased the QA sample size the model improved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Quality of the input data mattered just as much as the quantity of samples</a:t>
            </a:r>
          </a:p>
          <a:p>
            <a:pPr>
              <a:buClr>
                <a:srgbClr val="939393"/>
              </a:buClr>
            </a:pPr>
            <a:r>
              <a:rPr lang="en-US"/>
              <a:t>Ensuring proper tokenization of natural language datasets proved challenging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Why? Mapping Start/end positions of answer in context (tough to verify)</a:t>
            </a:r>
          </a:p>
          <a:p>
            <a:pPr marL="569595" lvl="1" indent="-337820">
              <a:buClr>
                <a:srgbClr val="939393"/>
              </a:buClr>
              <a:buFont typeface="Courier New" panose="020B0604020202020204" pitchFamily="34" charset="0"/>
              <a:buChar char="o"/>
            </a:pPr>
            <a:r>
              <a:rPr lang="en-US"/>
              <a:t>Implications? Garbage in – Garbage out</a:t>
            </a:r>
          </a:p>
          <a:p>
            <a:pPr>
              <a:buClr>
                <a:srgbClr val="939393"/>
              </a:buClr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2413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A88A-D407-10EF-A7EA-3558A512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UD Digi Kyokasho NK-B"/>
              </a:rPr>
              <a:t>References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9BA8E-2455-6C80-DA01-7976E39E12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1. </a:t>
            </a:r>
            <a:r>
              <a:rPr lang="en-US" sz="1400" b="1" dirty="0">
                <a:ea typeface="+mn-lt"/>
                <a:cs typeface="+mn-lt"/>
              </a:rPr>
              <a:t>BERT: Pre-training of Deep Bidirectional Transformers for Language Understanding</a:t>
            </a:r>
            <a:r>
              <a:rPr lang="en-US" sz="1400" dirty="0">
                <a:ea typeface="+mn-lt"/>
                <a:cs typeface="+mn-lt"/>
              </a:rPr>
              <a:t> (Jacob Devlin, Ming-Wei Chang, Kenton Lee, Kristina Toutanova) Google Ai Language</a:t>
            </a:r>
            <a:endParaRPr lang="en-US" sz="1400" dirty="0"/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sz="1400" b="1" dirty="0">
                <a:ea typeface="+mn-lt"/>
                <a:cs typeface="+mn-lt"/>
              </a:rPr>
              <a:t>BERT Score evaluation metrics</a:t>
            </a:r>
            <a:r>
              <a:rPr lang="en-US" sz="1400" dirty="0">
                <a:ea typeface="+mn-lt"/>
                <a:cs typeface="+mn-lt"/>
              </a:rPr>
              <a:t>:  https://huggingface.co/spaces/evaluate-metric/bertscore</a:t>
            </a:r>
          </a:p>
          <a:p>
            <a:pPr marL="0" indent="0">
              <a:buNone/>
            </a:pPr>
            <a:r>
              <a:rPr lang="en-US" dirty="0"/>
              <a:t>3. </a:t>
            </a:r>
            <a:r>
              <a:rPr lang="en-US" sz="1400" b="1" dirty="0">
                <a:ea typeface="+mn-lt"/>
                <a:cs typeface="+mn-lt"/>
              </a:rPr>
              <a:t>Retrieval-Augmented Generation for Knowledge-Intensive NLP Tasks (</a:t>
            </a:r>
            <a:r>
              <a:rPr lang="en-US" sz="1400" dirty="0">
                <a:ea typeface="+mn-lt"/>
                <a:cs typeface="+mn-lt"/>
                <a:hlinkClick r:id="rId2"/>
              </a:rPr>
              <a:t>Patrick Lewis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, </a:t>
            </a:r>
            <a:r>
              <a:rPr lang="en-US" sz="1400" dirty="0">
                <a:ea typeface="+mn-lt"/>
                <a:cs typeface="+mn-lt"/>
                <a:hlinkClick r:id="rId3"/>
              </a:rPr>
              <a:t>Ethan Perez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, </a:t>
            </a:r>
            <a:r>
              <a:rPr lang="en-US" sz="1400" dirty="0">
                <a:ea typeface="+mn-lt"/>
                <a:cs typeface="+mn-lt"/>
                <a:hlinkClick r:id="rId4"/>
              </a:rPr>
              <a:t>Aleksandra </a:t>
            </a:r>
            <a:r>
              <a:rPr lang="en-US" sz="1400" dirty="0" err="1">
                <a:ea typeface="+mn-lt"/>
                <a:cs typeface="+mn-lt"/>
                <a:hlinkClick r:id="rId4"/>
              </a:rPr>
              <a:t>Piktus</a:t>
            </a:r>
            <a:r>
              <a:rPr lang="en-US" sz="1200" dirty="0">
                <a:solidFill>
                  <a:srgbClr val="000000"/>
                </a:solidFill>
                <a:ea typeface="+mn-lt"/>
                <a:cs typeface="+mn-lt"/>
              </a:rPr>
              <a:t>, </a:t>
            </a:r>
            <a:r>
              <a:rPr lang="en-US" sz="1400" dirty="0">
                <a:ea typeface="+mn-lt"/>
                <a:cs typeface="+mn-lt"/>
                <a:hlinkClick r:id="rId5"/>
              </a:rPr>
              <a:t>Fabio Petroni</a:t>
            </a:r>
            <a:r>
              <a:rPr lang="en-US" sz="1400" dirty="0">
                <a:ea typeface="+mn-lt"/>
                <a:cs typeface="+mn-lt"/>
              </a:rPr>
              <a:t>….)</a:t>
            </a:r>
            <a:endParaRPr lang="en-US" sz="1200" dirty="0">
              <a:solidFill>
                <a:srgbClr val="000000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https://medium.com/@thallyscostalat/chunking-strategies-optimization-for-retrieval-augmented-generation-rag-in-the-context-of-e47cc949931d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37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AA88A-D407-10EF-A7EA-3558A512C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 Nova"/>
                <a:ea typeface="UD Digi Kyokasho NK-B"/>
              </a:rPr>
              <a:t>References</a:t>
            </a:r>
            <a:endParaRPr lang="en-US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9BA8E-2455-6C80-DA01-7976E39E126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[1] Devlin, J., Chang, M.-W., Lee, K., &amp; Toutanova, K. (2019). BERT: Pre-training of Deep Bidirectional Transformers for Language Understanding. Google AI Language. Available at arXiv:1810.04805.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[2] Hugging Face. (n.d.). BERTScore Evaluation Metrics. Available at </a:t>
            </a:r>
            <a:r>
              <a:rPr lang="en-US" sz="2000" dirty="0">
                <a:ea typeface="+mn-lt"/>
                <a:cs typeface="+mn-lt"/>
                <a:hlinkClick r:id="rId2"/>
              </a:rPr>
              <a:t>https://huggingface.co/spaces/evaluate-metric/bertscore</a:t>
            </a:r>
            <a:r>
              <a:rPr lang="en-US" sz="2000" dirty="0">
                <a:ea typeface="+mn-lt"/>
                <a:cs typeface="+mn-lt"/>
              </a:rPr>
              <a:t>.</a:t>
            </a:r>
            <a:endParaRPr lang="en-US" sz="2000" dirty="0"/>
          </a:p>
          <a:p>
            <a:pPr>
              <a:buNone/>
            </a:pPr>
            <a:r>
              <a:rPr lang="en-US" sz="2000" dirty="0">
                <a:ea typeface="+mn-lt"/>
                <a:cs typeface="+mn-lt"/>
              </a:rPr>
              <a:t>[3] Lewis, P., Perez, E., </a:t>
            </a:r>
            <a:r>
              <a:rPr lang="en-US" sz="2000" dirty="0" err="1">
                <a:ea typeface="+mn-lt"/>
                <a:cs typeface="+mn-lt"/>
              </a:rPr>
              <a:t>Piktus</a:t>
            </a:r>
            <a:r>
              <a:rPr lang="en-US" sz="2000" dirty="0">
                <a:ea typeface="+mn-lt"/>
                <a:cs typeface="+mn-lt"/>
              </a:rPr>
              <a:t>, A., Petroni, F., et al. (2020). Retrieval-Augmented Generation for Knowledge-Intensive NLP Tasks. Available at arXiv:2005.11401.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[4] Costa, T. (2023). Chunking Strategies Optimization for Retrieval-Augmented Generation (RAG) in the Context of Knowledge-Intensive NLP. Available at </a:t>
            </a:r>
            <a:r>
              <a:rPr lang="en-US" sz="2000" dirty="0">
                <a:ea typeface="+mn-lt"/>
                <a:cs typeface="+mn-lt"/>
                <a:hlinkClick r:id="rId3"/>
              </a:rPr>
              <a:t>https://medium.com/@thallyscostalat/chunking-strategies-optimization-for-retrieval-augmented-generation-rag-in-the-context-of-e47cc949931d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sz="2000" dirty="0">
                <a:ea typeface="+mn-lt"/>
                <a:cs typeface="+mn-lt"/>
              </a:rPr>
              <a:t>[5] </a:t>
            </a:r>
            <a:r>
              <a:rPr lang="en-US" sz="2000" dirty="0" err="1">
                <a:ea typeface="+mn-lt"/>
                <a:cs typeface="+mn-lt"/>
              </a:rPr>
              <a:t>Sojasingarayar</a:t>
            </a:r>
            <a:r>
              <a:rPr lang="en-US" sz="2000" dirty="0">
                <a:ea typeface="+mn-lt"/>
                <a:cs typeface="+mn-lt"/>
              </a:rPr>
              <a:t> A. (2019). BERTScore Explained in 5 minutes. Medium. Available at https://medium.com/@abonia/bertscore-explained-in-5-minutes-0b98553bfb71 .</a:t>
            </a:r>
            <a:endParaRPr lang="en-US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313538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TK 2020_Smokey">
  <a:themeElements>
    <a:clrScheme name="UT Smokey Theme">
      <a:dk1>
        <a:srgbClr val="4B4B4B"/>
      </a:dk1>
      <a:lt1>
        <a:srgbClr val="F0F0F0"/>
      </a:lt1>
      <a:dk2>
        <a:srgbClr val="000000"/>
      </a:dk2>
      <a:lt2>
        <a:srgbClr val="FFFFFF"/>
      </a:lt2>
      <a:accent1>
        <a:srgbClr val="FF8200"/>
      </a:accent1>
      <a:accent2>
        <a:srgbClr val="2197A9"/>
      </a:accent2>
      <a:accent3>
        <a:srgbClr val="8D2048"/>
      </a:accent3>
      <a:accent4>
        <a:srgbClr val="FED535"/>
      </a:accent4>
      <a:accent5>
        <a:srgbClr val="E65933"/>
      </a:accent5>
      <a:accent6>
        <a:srgbClr val="006C93"/>
      </a:accent6>
      <a:hlink>
        <a:srgbClr val="4B4B4B"/>
      </a:hlink>
      <a:folHlink>
        <a:srgbClr val="4B4B4B"/>
      </a:folHlink>
    </a:clrScheme>
    <a:fontScheme name="UTK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C94BDD4B-E6ED-4D8E-ADAB-ACF2250EB413}" vid="{F6A72376-E9A1-4622-A75D-C4211D8C73DD}"/>
    </a:ext>
  </a:extLst>
</a:theme>
</file>

<file path=ppt/theme/theme2.xml><?xml version="1.0" encoding="utf-8"?>
<a:theme xmlns:a="http://schemas.openxmlformats.org/drawingml/2006/main" name="Office Theme">
  <a:themeElements>
    <a:clrScheme name="University of Tennessee">
      <a:dk1>
        <a:srgbClr val="58595B"/>
      </a:dk1>
      <a:lt1>
        <a:srgbClr val="F0F0F0"/>
      </a:lt1>
      <a:dk2>
        <a:srgbClr val="000000"/>
      </a:dk2>
      <a:lt2>
        <a:srgbClr val="FFFFFF"/>
      </a:lt2>
      <a:accent1>
        <a:srgbClr val="FF8200"/>
      </a:accent1>
      <a:accent2>
        <a:srgbClr val="00746F"/>
      </a:accent2>
      <a:accent3>
        <a:srgbClr val="E65933"/>
      </a:accent3>
      <a:accent4>
        <a:srgbClr val="FED535"/>
      </a:accent4>
      <a:accent5>
        <a:srgbClr val="517C96"/>
      </a:accent5>
      <a:accent6>
        <a:srgbClr val="8D2048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671BD7F6CCAC64B93684AA8AE864A1B" ma:contentTypeVersion="12" ma:contentTypeDescription="Create a new document." ma:contentTypeScope="" ma:versionID="38e8921b4ffc5a19ddc489ead4d6a15b">
  <xsd:schema xmlns:xsd="http://www.w3.org/2001/XMLSchema" xmlns:xs="http://www.w3.org/2001/XMLSchema" xmlns:p="http://schemas.microsoft.com/office/2006/metadata/properties" xmlns:ns2="52c5501b-ac23-4643-b2d1-99050004ecce" xmlns:ns3="6ce7f05b-413c-43f0-a405-4782f1c736f4" targetNamespace="http://schemas.microsoft.com/office/2006/metadata/properties" ma:root="true" ma:fieldsID="8a46bf21d1fc3c9445298d80ceefc7ee" ns2:_="" ns3:_="">
    <xsd:import namespace="52c5501b-ac23-4643-b2d1-99050004ecce"/>
    <xsd:import namespace="6ce7f05b-413c-43f0-a405-4782f1c736f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c5501b-ac23-4643-b2d1-99050004ec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c8ab95b9-39aa-4b9d-a2e7-0451eedf9b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e7f05b-413c-43f0-a405-4782f1c736f4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82bf9304-f7fb-41c5-9e73-b4e8f25489c7}" ma:internalName="TaxCatchAll" ma:showField="CatchAllData" ma:web="6ce7f05b-413c-43f0-a405-4782f1c736f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ce7f05b-413c-43f0-a405-4782f1c736f4" xsi:nil="true"/>
    <lcf76f155ced4ddcb4097134ff3c332f xmlns="52c5501b-ac23-4643-b2d1-99050004ecc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7AA2C2-B765-4401-8622-E075816AF285}">
  <ds:schemaRefs>
    <ds:schemaRef ds:uri="52c5501b-ac23-4643-b2d1-99050004ecce"/>
    <ds:schemaRef ds:uri="6ce7f05b-413c-43f0-a405-4782f1c736f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04EDB80-8291-42F4-AEE7-2E49570FCCE1}">
  <ds:schemaRefs>
    <ds:schemaRef ds:uri="52c5501b-ac23-4643-b2d1-99050004ecce"/>
    <ds:schemaRef ds:uri="6ce7f05b-413c-43f0-a405-4782f1c736f4"/>
    <ds:schemaRef ds:uri="http://www.w3.org/XML/1998/namespace"/>
    <ds:schemaRef ds:uri="http://purl.org/dc/terms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69DC6354-79F6-4C27-A216-04852E67EE2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2865</Words>
  <Application>Microsoft Office PowerPoint</Application>
  <PresentationFormat>Widescreen</PresentationFormat>
  <Paragraphs>437</Paragraphs>
  <Slides>27</Slides>
  <Notes>17</Notes>
  <HiddenSlides>3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Aptos Narrow</vt:lpstr>
      <vt:lpstr>Arial</vt:lpstr>
      <vt:lpstr>Arial Nova</vt:lpstr>
      <vt:lpstr>Arial Nova Light</vt:lpstr>
      <vt:lpstr>Calibri</vt:lpstr>
      <vt:lpstr>Courier New</vt:lpstr>
      <vt:lpstr>Courier New,monospace</vt:lpstr>
      <vt:lpstr>Roboto</vt:lpstr>
      <vt:lpstr>Wingdings,Sans-Serif</vt:lpstr>
      <vt:lpstr>UTK 2020_Smokey</vt:lpstr>
      <vt:lpstr>Fine-Tuning BERT</vt:lpstr>
      <vt:lpstr>Introduction (Team 9)</vt:lpstr>
      <vt:lpstr>Out of the Box Model</vt:lpstr>
      <vt:lpstr>RAG</vt:lpstr>
      <vt:lpstr>RAG3</vt:lpstr>
      <vt:lpstr>RAG Methods</vt:lpstr>
      <vt:lpstr>RAG – Sentence Chunking</vt:lpstr>
      <vt:lpstr>RAG – Paragraph Chunking</vt:lpstr>
      <vt:lpstr>RAG – Scene Chunking</vt:lpstr>
      <vt:lpstr>RAG – Scene Chunking</vt:lpstr>
      <vt:lpstr>RAG – Semantic Chunking</vt:lpstr>
      <vt:lpstr>RAG – Phrase Chunking</vt:lpstr>
      <vt:lpstr>Bert Score2</vt:lpstr>
      <vt:lpstr>RAG – Observations and Results</vt:lpstr>
      <vt:lpstr>RAG – Observations and Results</vt:lpstr>
      <vt:lpstr>RAG – Observations and Results</vt:lpstr>
      <vt:lpstr>QA Pipeline</vt:lpstr>
      <vt:lpstr>QA Dataset</vt:lpstr>
      <vt:lpstr>Dual Approach</vt:lpstr>
      <vt:lpstr>Tokenizing the QA Dataset</vt:lpstr>
      <vt:lpstr>Model Training</vt:lpstr>
      <vt:lpstr>Inference Evaluation</vt:lpstr>
      <vt:lpstr>PowerPoint Presentation</vt:lpstr>
      <vt:lpstr>BERTScore Evalution2</vt:lpstr>
      <vt:lpstr>QA Creation Conclusion</vt:lpstr>
      <vt:lpstr>References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Peterson</dc:creator>
  <cp:lastModifiedBy>Parham, Connor</cp:lastModifiedBy>
  <cp:revision>1</cp:revision>
  <dcterms:created xsi:type="dcterms:W3CDTF">2019-10-24T14:01:45Z</dcterms:created>
  <dcterms:modified xsi:type="dcterms:W3CDTF">2024-12-04T18:54:55Z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32590308</vt:lpwstr>
  </property>
  <property fmtid="{D5CDD505-2E9C-101B-9397-08002B2CF9AE}" pid="3" name="NXPowerLiteSettings">
    <vt:lpwstr>C9000AA0054001</vt:lpwstr>
  </property>
  <property fmtid="{D5CDD505-2E9C-101B-9397-08002B2CF9AE}" pid="4" name="NXPowerLiteVersion">
    <vt:lpwstr>D8.0.4</vt:lpwstr>
  </property>
  <property fmtid="{D5CDD505-2E9C-101B-9397-08002B2CF9AE}" pid="5" name="ContentTypeId">
    <vt:lpwstr>0x01010068FA8C6AB570D9459039B51A9DB8E6CA</vt:lpwstr>
  </property>
  <property fmtid="{D5CDD505-2E9C-101B-9397-08002B2CF9AE}" pid="6" name="MediaServiceImageTags">
    <vt:lpwstr/>
  </property>
</Properties>
</file>